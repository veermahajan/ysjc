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8482aa28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8482aa28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482aa28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8482aa28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8482aa28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8482aa28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8482aa28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8482aa28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8482aa28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8482aa28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8482aa28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8482aa28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482aa28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8482aa28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Department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Youth STEM Journal Club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98088" y="3020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Veer Mahajan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825" y="4638675"/>
            <a:ext cx="17811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D0D0"/>
            </a:gs>
            <a:gs pos="100000">
              <a:srgbClr val="D96868"/>
            </a:gs>
          </a:gsLst>
          <a:lin ang="5400012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me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229875"/>
            <a:ext cx="2985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Rising junior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Got interested in math in elementary school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Math competitions for several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Higher-level math courses at community college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273975" y="2762550"/>
            <a:ext cx="55191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Some qualifications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-"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Rigorous courses inside and outside of school (A/A+ grades in Calculus 1, Calculus 2, and Differential Equations outside of school, straight As within school courses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-"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Won MOEMS competition in middle school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-"/>
            </a:pPr>
            <a:r>
              <a:rPr lang="en-GB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AIME qualifier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418825" y="511175"/>
            <a:ext cx="55191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Discussion on math 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competitions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Middle school is a good time to start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MATHCOUNTS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AMC 8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MOEMS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Many more!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CDB"/>
            </a:gs>
            <a:gs pos="100000">
              <a:srgbClr val="F0AA63"/>
            </a:gs>
          </a:gsLst>
          <a:lin ang="5400012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mathematical research all about?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Mathematical research has effects all around us, but generally tends to be highly abstract.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 make this more suitable, we will consider: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General mathematical writing and practices relating thereto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Tangible results from research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Applications of mathematical foundational principles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Modeling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Cryptography and cybersecurity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Connections with other fields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will we teach mathematical research?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our meetings, we’ll have interactive discussions and activities.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Online workshops are to hone general research skills and understand key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Our meetings are to understand </a:t>
            </a:r>
            <a:r>
              <a:rPr i="1" lang="en-GB"/>
              <a:t>our</a:t>
            </a:r>
            <a:r>
              <a:rPr lang="en-GB"/>
              <a:t> research and how mathematics is studied and used in the real world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Core ideas from linear algebra and calculus will be introduced to help </a:t>
            </a:r>
            <a:r>
              <a:rPr lang="en-GB"/>
              <a:t>facilitate</a:t>
            </a:r>
            <a:r>
              <a:rPr lang="en-GB"/>
              <a:t> understanding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Online resources (Google Classroom) can be used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Asking questions to other students and myself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Contributing to discussions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Viewing materials asynchronously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lin ang="5400012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Topics of study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We’ll focus on two main articles this summer.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Between these two, we will uncover: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Best practices in mathematical writing/how to get used to reading and understanding complicated math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More resources in Google Classroom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structure of a research paper and how to read/study research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Ideas within number theory, calculus, and linear algebra (mainly matrices)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Applications of mathematics to various disciplines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Topics of study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76325" y="1060750"/>
            <a:ext cx="2701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focuses on modeling large systems like the world wide web with complex topology, making use of properties of random networks previously not considered.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We’ll spend about 4 lectures reading and analyzing/discussing this paper.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975" y="0"/>
            <a:ext cx="6229025" cy="489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lin ang="5400012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Topics of study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2153" t="0"/>
          <a:stretch/>
        </p:blipFill>
        <p:spPr>
          <a:xfrm>
            <a:off x="3117715" y="0"/>
            <a:ext cx="6036441" cy="487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4510100" y="2795325"/>
            <a:ext cx="4589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29525" y="968950"/>
            <a:ext cx="3000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is less of a research paper and more so an instructional/informational piece on already established mathematical principles, but is a good example of how mathematical literature is presented. It also includes various applications to cryptography and cybersecurity.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We’ll spend 1-2 weeks here.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Activities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YSJC math is meant to be fun and educational, not boring! Thus,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Most of the class is </a:t>
            </a:r>
            <a:r>
              <a:rPr b="1" lang="en-GB"/>
              <a:t>NOT</a:t>
            </a:r>
            <a:r>
              <a:rPr lang="en-GB"/>
              <a:t> lecture.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We’ll have many discussions and question-answer sessions, which will foster interaction between and creative thinking from students.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There will be a few </a:t>
            </a:r>
            <a:r>
              <a:rPr lang="en-GB"/>
              <a:t>activities</a:t>
            </a:r>
            <a:r>
              <a:rPr lang="en-GB"/>
              <a:t> like: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Caesar cipher challenges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Block cipher challenges (these are anticipated to take quite some time)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Demonstrations of distributions and models like the Poisson distribution using </a:t>
            </a:r>
            <a:r>
              <a:rPr lang="en-GB"/>
              <a:t>Desmos</a:t>
            </a:r>
            <a:r>
              <a:rPr lang="en-GB"/>
              <a:t> graphing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These weeks will be engaging and enjoyable!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