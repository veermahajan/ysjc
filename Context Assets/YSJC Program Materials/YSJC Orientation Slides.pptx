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4"/>
    <p:sldMasterId id="214748369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Hind Vadodara"/>
      <p:regular r:id="rId28"/>
      <p:bold r:id="rId29"/>
    </p:embeddedFont>
    <p:embeddedFont>
      <p:font typeface="Fira Sans Extra Condensed Medium"/>
      <p:regular r:id="rId30"/>
      <p:bold r:id="rId31"/>
      <p:italic r:id="rId32"/>
      <p:boldItalic r:id="rId33"/>
    </p:embeddedFont>
    <p:embeddedFont>
      <p:font typeface="Hind Vadodara Light"/>
      <p:regular r:id="rId34"/>
      <p:bold r:id="rId35"/>
    </p:embeddedFont>
    <p:embeddedFont>
      <p:font typeface="Hind Vadodara Medium"/>
      <p:regular r:id="rId36"/>
      <p:bold r:id="rId37"/>
    </p:embeddedFont>
    <p:embeddedFont>
      <p:font typeface="Teko Light"/>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9AA0A6"/>
          </p15:clr>
        </p15:guide>
        <p15:guide id="2" orient="horz" pos="284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284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HindVadodara-regular.fntdata"/><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HindVadodara-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raSansExtraCondensedMedium-bold.fntdata"/><Relationship Id="rId30" Type="http://schemas.openxmlformats.org/officeDocument/2006/relationships/font" Target="fonts/FiraSansExtraCondensedMedium-regular.fntdata"/><Relationship Id="rId11" Type="http://schemas.openxmlformats.org/officeDocument/2006/relationships/slide" Target="slides/slide5.xml"/><Relationship Id="rId33" Type="http://schemas.openxmlformats.org/officeDocument/2006/relationships/font" Target="fonts/FiraSansExtraCondensedMedium-boldItalic.fntdata"/><Relationship Id="rId10" Type="http://schemas.openxmlformats.org/officeDocument/2006/relationships/slide" Target="slides/slide4.xml"/><Relationship Id="rId32" Type="http://schemas.openxmlformats.org/officeDocument/2006/relationships/font" Target="fonts/FiraSansExtraCondensedMedium-italic.fntdata"/><Relationship Id="rId13" Type="http://schemas.openxmlformats.org/officeDocument/2006/relationships/slide" Target="slides/slide7.xml"/><Relationship Id="rId35" Type="http://schemas.openxmlformats.org/officeDocument/2006/relationships/font" Target="fonts/HindVadodaraLight-bold.fntdata"/><Relationship Id="rId12" Type="http://schemas.openxmlformats.org/officeDocument/2006/relationships/slide" Target="slides/slide6.xml"/><Relationship Id="rId34" Type="http://schemas.openxmlformats.org/officeDocument/2006/relationships/font" Target="fonts/HindVadodaraLight-regular.fntdata"/><Relationship Id="rId15" Type="http://schemas.openxmlformats.org/officeDocument/2006/relationships/slide" Target="slides/slide9.xml"/><Relationship Id="rId37" Type="http://schemas.openxmlformats.org/officeDocument/2006/relationships/font" Target="fonts/HindVadodaraMedium-bold.fntdata"/><Relationship Id="rId14" Type="http://schemas.openxmlformats.org/officeDocument/2006/relationships/slide" Target="slides/slide8.xml"/><Relationship Id="rId36" Type="http://schemas.openxmlformats.org/officeDocument/2006/relationships/font" Target="fonts/HindVadodaraMedium-regular.fntdata"/><Relationship Id="rId17" Type="http://schemas.openxmlformats.org/officeDocument/2006/relationships/slide" Target="slides/slide11.xml"/><Relationship Id="rId39" Type="http://schemas.openxmlformats.org/officeDocument/2006/relationships/font" Target="fonts/TekoLight-bold.fntdata"/><Relationship Id="rId16" Type="http://schemas.openxmlformats.org/officeDocument/2006/relationships/slide" Target="slides/slide10.xml"/><Relationship Id="rId38" Type="http://schemas.openxmlformats.org/officeDocument/2006/relationships/font" Target="fonts/TekoLight-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63da1a43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63da1a43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jennifer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70c12e5f0d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70c12e5f0d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jennifer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6320de4b7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6320de4b7d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jennifer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685384603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685384603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jennifer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6853846032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6853846032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jennifer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6320de4b7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6320de4b7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kalena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6320de4b7d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6320de4b7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Kalena</a:t>
            </a:r>
            <a:endParaRPr/>
          </a:p>
          <a:p>
            <a:pPr indent="-298450" lvl="0" marL="457200" rtl="0" algn="l">
              <a:spcBef>
                <a:spcPts val="0"/>
              </a:spcBef>
              <a:spcAft>
                <a:spcPts val="0"/>
              </a:spcAft>
              <a:buSzPts val="1100"/>
              <a:buChar char="-"/>
            </a:pPr>
            <a:r>
              <a:rPr lang="en"/>
              <a:t>Will go into detail of everything during this meeting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6853846032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6853846032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kalena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6853846032_2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6853846032_2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6853846032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6853846032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Veer</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workshops are for all students online in person or hybrid and parents are also welcome to listen in if they want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They will include lectures and various interactive activities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They are meant to supplement the students’ learning during the program and equip them with important skills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 will go more in depth for the presentation later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6853846032_2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6853846032_2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Veer</a:t>
            </a:r>
            <a:endParaRPr/>
          </a:p>
          <a:p>
            <a:pPr indent="-298450" lvl="0" marL="457200" rtl="0" algn="l">
              <a:spcBef>
                <a:spcPts val="0"/>
              </a:spcBef>
              <a:spcAft>
                <a:spcPts val="0"/>
              </a:spcAft>
              <a:buSzPts val="1100"/>
              <a:buChar char="-"/>
            </a:pPr>
            <a:r>
              <a:rPr lang="en"/>
              <a:t>The group meetings listed are for the in-person and hybrid track students only(we will talk about the </a:t>
            </a:r>
            <a:r>
              <a:rPr lang="en"/>
              <a:t>tracks</a:t>
            </a:r>
            <a:r>
              <a:rPr lang="en"/>
              <a:t> more in depth in a </a:t>
            </a:r>
            <a:r>
              <a:rPr lang="en"/>
              <a:t>second</a:t>
            </a:r>
            <a:r>
              <a:rPr lang="en"/>
              <a:t>)</a:t>
            </a:r>
            <a:endParaRPr/>
          </a:p>
          <a:p>
            <a:pPr indent="-298450" lvl="0" marL="457200" rtl="0" algn="l">
              <a:spcBef>
                <a:spcPts val="0"/>
              </a:spcBef>
              <a:spcAft>
                <a:spcPts val="0"/>
              </a:spcAft>
              <a:buSzPts val="1100"/>
              <a:buChar char="-"/>
            </a:pPr>
            <a:r>
              <a:rPr lang="en"/>
              <a:t>Some groups have constant meeting dates but some have slightly different dates due to scheduling constraints to make sure to look over that and make sure it works for your own schedule</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6853846032_2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6853846032_2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ashley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6320de4b7d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6320de4b7d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Ashley</a:t>
            </a:r>
            <a:endParaRPr/>
          </a:p>
          <a:p>
            <a:pPr indent="-298450" lvl="0" marL="457200" rtl="0" algn="l">
              <a:spcBef>
                <a:spcPts val="0"/>
              </a:spcBef>
              <a:spcAft>
                <a:spcPts val="0"/>
              </a:spcAft>
              <a:buSzPts val="1100"/>
              <a:buChar char="-"/>
            </a:pPr>
            <a:r>
              <a:rPr lang="en"/>
              <a:t>Suggest the in-person track as the most optimal if they are able to </a:t>
            </a:r>
            <a:r>
              <a:rPr lang="en"/>
              <a:t>because</a:t>
            </a:r>
            <a:r>
              <a:rPr lang="en"/>
              <a:t> it encourages discussion and interaction to get the most out of the program</a:t>
            </a:r>
            <a:endParaRPr/>
          </a:p>
          <a:p>
            <a:pPr indent="-298450" lvl="0" marL="457200" rtl="0" algn="l">
              <a:spcBef>
                <a:spcPts val="0"/>
              </a:spcBef>
              <a:spcAft>
                <a:spcPts val="0"/>
              </a:spcAft>
              <a:buSzPts val="1100"/>
              <a:buChar char="-"/>
            </a:pPr>
            <a:r>
              <a:rPr lang="en"/>
              <a:t>Online students can come to present in-person if possible or join online, coordinate this with groups and mentors </a:t>
            </a:r>
            <a:endParaRPr/>
          </a:p>
          <a:p>
            <a:pPr indent="-298450" lvl="0" marL="457200" rtl="0" algn="l">
              <a:spcBef>
                <a:spcPts val="0"/>
              </a:spcBef>
              <a:spcAft>
                <a:spcPts val="0"/>
              </a:spcAft>
              <a:buSzPts val="1100"/>
              <a:buChar char="-"/>
            </a:pPr>
            <a:r>
              <a:rPr lang="en"/>
              <a:t>All students will join a google classroom where they can access assignments and communicate</a:t>
            </a:r>
            <a:endParaRPr/>
          </a:p>
          <a:p>
            <a:pPr indent="-298450" lvl="0" marL="457200" rtl="0" algn="l">
              <a:spcBef>
                <a:spcPts val="0"/>
              </a:spcBef>
              <a:spcAft>
                <a:spcPts val="0"/>
              </a:spcAft>
              <a:buSzPts val="1100"/>
              <a:buChar char="-"/>
            </a:pPr>
            <a:r>
              <a:rPr lang="en"/>
              <a:t>Emphasize that the journal club is not strictly a course and there’s no tests or grades but it’s still important to stay on top of work and such</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63e8071fd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63e8071fd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jadon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6853846032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6853846032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jadon</a:t>
            </a:r>
            <a:endParaRPr/>
          </a:p>
          <a:p>
            <a:pPr indent="-298450" lvl="0" marL="457200" rtl="0" algn="l">
              <a:spcBef>
                <a:spcPts val="0"/>
              </a:spcBef>
              <a:spcAft>
                <a:spcPts val="0"/>
              </a:spcAft>
              <a:buSzPts val="1100"/>
              <a:buChar char="-"/>
            </a:pPr>
            <a:r>
              <a:rPr lang="en"/>
              <a:t>Literature reviews are important parts of scientific literature at all levels</a:t>
            </a:r>
            <a:endParaRPr/>
          </a:p>
          <a:p>
            <a:pPr indent="-298450" lvl="0" marL="457200" rtl="0" algn="l">
              <a:spcBef>
                <a:spcPts val="0"/>
              </a:spcBef>
              <a:spcAft>
                <a:spcPts val="0"/>
              </a:spcAft>
              <a:buSzPts val="1100"/>
              <a:buChar char="-"/>
            </a:pPr>
            <a:r>
              <a:rPr lang="en"/>
              <a:t>Part A purpose: helps gain skills for writing original research papers in the future</a:t>
            </a:r>
            <a:endParaRPr/>
          </a:p>
          <a:p>
            <a:pPr indent="-298450" lvl="0" marL="457200" rtl="0" algn="l">
              <a:spcBef>
                <a:spcPts val="0"/>
              </a:spcBef>
              <a:spcAft>
                <a:spcPts val="0"/>
              </a:spcAft>
              <a:buSzPts val="1100"/>
              <a:buChar char="-"/>
            </a:pPr>
            <a:r>
              <a:rPr lang="en"/>
              <a:t>More </a:t>
            </a:r>
            <a:r>
              <a:rPr lang="en"/>
              <a:t>details</a:t>
            </a:r>
            <a:r>
              <a:rPr lang="en"/>
              <a:t> about the capstone project will be in a guidelines document in our google drive that can be accessed at the end of this meeting</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6853846032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6853846032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Stephanie</a:t>
            </a:r>
            <a:endParaRPr/>
          </a:p>
          <a:p>
            <a:pPr indent="-298450" lvl="0" marL="457200" rtl="0" algn="l">
              <a:spcBef>
                <a:spcPts val="0"/>
              </a:spcBef>
              <a:spcAft>
                <a:spcPts val="0"/>
              </a:spcAft>
              <a:buSzPts val="1100"/>
              <a:buChar char="-"/>
            </a:pPr>
            <a:r>
              <a:rPr lang="en"/>
              <a:t>We are high school juniors and seniors and are therefore extremely familiar with AI and can tell what is and isnt chatgpt not like some old teachers(relatable vibes like been there done that)</a:t>
            </a:r>
            <a:endParaRPr/>
          </a:p>
          <a:p>
            <a:pPr indent="-298450" lvl="0" marL="457200" rtl="0" algn="l">
              <a:spcBef>
                <a:spcPts val="0"/>
              </a:spcBef>
              <a:spcAft>
                <a:spcPts val="0"/>
              </a:spcAft>
              <a:buSzPts val="1100"/>
              <a:buChar char="-"/>
            </a:pPr>
            <a:r>
              <a:rPr lang="en"/>
              <a:t>You get out from this program what you choose to give in which is how a lot of things work in high school so prioritize learning over getting it over with</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6853846032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6853846032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Stephanie</a:t>
            </a:r>
            <a:endParaRPr/>
          </a:p>
          <a:p>
            <a:pPr indent="-298450" lvl="0" marL="457200" rtl="0" algn="l">
              <a:spcBef>
                <a:spcPts val="0"/>
              </a:spcBef>
              <a:spcAft>
                <a:spcPts val="0"/>
              </a:spcAft>
              <a:buSzPts val="1100"/>
              <a:buChar char="-"/>
            </a:pPr>
            <a:r>
              <a:rPr lang="en"/>
              <a:t>Slideshows will be in the google drive so they can come back to them</a:t>
            </a:r>
            <a:endParaRPr/>
          </a:p>
          <a:p>
            <a:pPr indent="-298450" lvl="0" marL="457200" rtl="0" algn="l">
              <a:spcBef>
                <a:spcPts val="0"/>
              </a:spcBef>
              <a:spcAft>
                <a:spcPts val="0"/>
              </a:spcAft>
              <a:buSzPts val="1100"/>
              <a:buChar char="-"/>
            </a:pPr>
            <a:r>
              <a:rPr lang="en"/>
              <a:t>Also check out the syllabi in the drive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672d3aab02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672d3aab02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jennifer</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672d3aab02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672d3aab02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jennifer</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6853846032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6853846032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kalena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6320de4b7d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6320de4b7d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Kalena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hyperlink" Target="http://bit.ly/2Tynxth"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hyperlink" Target="http://bit.ly/2Tynxth" TargetMode="External"/><Relationship Id="rId4" Type="http://schemas.openxmlformats.org/officeDocument/2006/relationships/hyperlink" Target="http://bit.ly/2TtBDfr" TargetMode="Externa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2481725" y="1331450"/>
            <a:ext cx="4180500" cy="1745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5200"/>
              <a:buNone/>
              <a:defRPr sz="6000"/>
            </a:lvl1pPr>
            <a:lvl2pPr lvl="1" algn="ctr">
              <a:spcBef>
                <a:spcPts val="0"/>
              </a:spcBef>
              <a:spcAft>
                <a:spcPts val="0"/>
              </a:spcAft>
              <a:buClr>
                <a:schemeClr val="lt2"/>
              </a:buClr>
              <a:buSzPts val="5200"/>
              <a:buNone/>
              <a:defRPr sz="5200">
                <a:solidFill>
                  <a:schemeClr val="lt2"/>
                </a:solidFill>
              </a:defRPr>
            </a:lvl2pPr>
            <a:lvl3pPr lvl="2" algn="ctr">
              <a:spcBef>
                <a:spcPts val="0"/>
              </a:spcBef>
              <a:spcAft>
                <a:spcPts val="0"/>
              </a:spcAft>
              <a:buClr>
                <a:schemeClr val="lt2"/>
              </a:buClr>
              <a:buSzPts val="5200"/>
              <a:buNone/>
              <a:defRPr sz="5200">
                <a:solidFill>
                  <a:schemeClr val="lt2"/>
                </a:solidFill>
              </a:defRPr>
            </a:lvl3pPr>
            <a:lvl4pPr lvl="3" algn="ctr">
              <a:spcBef>
                <a:spcPts val="0"/>
              </a:spcBef>
              <a:spcAft>
                <a:spcPts val="0"/>
              </a:spcAft>
              <a:buClr>
                <a:schemeClr val="lt2"/>
              </a:buClr>
              <a:buSzPts val="5200"/>
              <a:buNone/>
              <a:defRPr sz="5200">
                <a:solidFill>
                  <a:schemeClr val="lt2"/>
                </a:solidFill>
              </a:defRPr>
            </a:lvl4pPr>
            <a:lvl5pPr lvl="4" algn="ctr">
              <a:spcBef>
                <a:spcPts val="0"/>
              </a:spcBef>
              <a:spcAft>
                <a:spcPts val="0"/>
              </a:spcAft>
              <a:buClr>
                <a:schemeClr val="lt2"/>
              </a:buClr>
              <a:buSzPts val="5200"/>
              <a:buNone/>
              <a:defRPr sz="5200">
                <a:solidFill>
                  <a:schemeClr val="lt2"/>
                </a:solidFill>
              </a:defRPr>
            </a:lvl5pPr>
            <a:lvl6pPr lvl="5" algn="ctr">
              <a:spcBef>
                <a:spcPts val="0"/>
              </a:spcBef>
              <a:spcAft>
                <a:spcPts val="0"/>
              </a:spcAft>
              <a:buClr>
                <a:schemeClr val="lt2"/>
              </a:buClr>
              <a:buSzPts val="5200"/>
              <a:buNone/>
              <a:defRPr sz="5200">
                <a:solidFill>
                  <a:schemeClr val="lt2"/>
                </a:solidFill>
              </a:defRPr>
            </a:lvl6pPr>
            <a:lvl7pPr lvl="6" algn="ctr">
              <a:spcBef>
                <a:spcPts val="0"/>
              </a:spcBef>
              <a:spcAft>
                <a:spcPts val="0"/>
              </a:spcAft>
              <a:buClr>
                <a:schemeClr val="lt2"/>
              </a:buClr>
              <a:buSzPts val="5200"/>
              <a:buNone/>
              <a:defRPr sz="5200">
                <a:solidFill>
                  <a:schemeClr val="lt2"/>
                </a:solidFill>
              </a:defRPr>
            </a:lvl7pPr>
            <a:lvl8pPr lvl="7" algn="ctr">
              <a:spcBef>
                <a:spcPts val="0"/>
              </a:spcBef>
              <a:spcAft>
                <a:spcPts val="0"/>
              </a:spcAft>
              <a:buClr>
                <a:schemeClr val="lt2"/>
              </a:buClr>
              <a:buSzPts val="5200"/>
              <a:buNone/>
              <a:defRPr sz="5200">
                <a:solidFill>
                  <a:schemeClr val="lt2"/>
                </a:solidFill>
              </a:defRPr>
            </a:lvl8pPr>
            <a:lvl9pPr lvl="8" algn="ctr">
              <a:spcBef>
                <a:spcPts val="0"/>
              </a:spcBef>
              <a:spcAft>
                <a:spcPts val="0"/>
              </a:spcAft>
              <a:buClr>
                <a:schemeClr val="lt2"/>
              </a:buClr>
              <a:buSzPts val="5200"/>
              <a:buNone/>
              <a:defRPr sz="5200">
                <a:solidFill>
                  <a:schemeClr val="lt2"/>
                </a:solidFill>
              </a:defRPr>
            </a:lvl9pPr>
          </a:lstStyle>
          <a:p/>
        </p:txBody>
      </p:sp>
      <p:sp>
        <p:nvSpPr>
          <p:cNvPr id="10" name="Google Shape;10;p2"/>
          <p:cNvSpPr txBox="1"/>
          <p:nvPr>
            <p:ph idx="1" type="subTitle"/>
          </p:nvPr>
        </p:nvSpPr>
        <p:spPr>
          <a:xfrm>
            <a:off x="3335000" y="3257551"/>
            <a:ext cx="2473800" cy="47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txBox="1"/>
          <p:nvPr>
            <p:ph type="ctrTitle"/>
          </p:nvPr>
        </p:nvSpPr>
        <p:spPr>
          <a:xfrm>
            <a:off x="4007825" y="1945343"/>
            <a:ext cx="4535700" cy="822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None/>
              <a:defRPr sz="6000">
                <a:solidFill>
                  <a:schemeClr val="accent1"/>
                </a:solidFill>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13" name="Google Shape;13;p3"/>
          <p:cNvSpPr txBox="1"/>
          <p:nvPr>
            <p:ph idx="1" type="subTitle"/>
          </p:nvPr>
        </p:nvSpPr>
        <p:spPr>
          <a:xfrm>
            <a:off x="5621050" y="2620363"/>
            <a:ext cx="2922300" cy="577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4" name="Google Shape;14;p3"/>
          <p:cNvSpPr txBox="1"/>
          <p:nvPr>
            <p:ph hasCustomPrompt="1" idx="2" type="title"/>
          </p:nvPr>
        </p:nvSpPr>
        <p:spPr>
          <a:xfrm>
            <a:off x="2595072" y="2093275"/>
            <a:ext cx="10530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2"/>
              </a:buClr>
              <a:buSzPts val="5500"/>
              <a:buNone/>
              <a:defRPr sz="7200">
                <a:solidFill>
                  <a:schemeClr val="lt1"/>
                </a:solidFill>
              </a:defRPr>
            </a:lvl1pPr>
            <a:lvl2pPr lvl="1"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4"/>
          <p:cNvSpPr txBox="1"/>
          <p:nvPr>
            <p:ph idx="1" type="body"/>
          </p:nvPr>
        </p:nvSpPr>
        <p:spPr>
          <a:xfrm>
            <a:off x="712480" y="1297750"/>
            <a:ext cx="3128100" cy="2908800"/>
          </a:xfrm>
          <a:prstGeom prst="rect">
            <a:avLst/>
          </a:prstGeom>
        </p:spPr>
        <p:txBody>
          <a:bodyPr anchorCtr="0" anchor="b" bIns="91425" lIns="91425" spcFirstLastPara="1" rIns="91425" wrap="square" tIns="91425">
            <a:noAutofit/>
          </a:bodyPr>
          <a:lstStyle>
            <a:lvl1pPr indent="-330200" lvl="0" marL="457200">
              <a:lnSpc>
                <a:spcPct val="100000"/>
              </a:lnSpc>
              <a:spcBef>
                <a:spcPts val="0"/>
              </a:spcBef>
              <a:spcAft>
                <a:spcPts val="0"/>
              </a:spcAft>
              <a:buSzPts val="1600"/>
              <a:buFont typeface="Nunito Light"/>
              <a:buChar char="●"/>
              <a:defRPr/>
            </a:lvl1pPr>
            <a:lvl2pPr indent="-330200" lvl="1" marL="914400">
              <a:spcBef>
                <a:spcPts val="1600"/>
              </a:spcBef>
              <a:spcAft>
                <a:spcPts val="0"/>
              </a:spcAft>
              <a:buSzPts val="1600"/>
              <a:buFont typeface="Nunito Light"/>
              <a:buChar char="○"/>
              <a:defRPr/>
            </a:lvl2pPr>
            <a:lvl3pPr indent="-323850" lvl="2" marL="1371600">
              <a:spcBef>
                <a:spcPts val="1600"/>
              </a:spcBef>
              <a:spcAft>
                <a:spcPts val="0"/>
              </a:spcAft>
              <a:buSzPts val="1500"/>
              <a:buFont typeface="Nunito Light"/>
              <a:buChar char="■"/>
              <a:defRPr/>
            </a:lvl3pPr>
            <a:lvl4pPr indent="-323850" lvl="3" marL="1828800">
              <a:spcBef>
                <a:spcPts val="1600"/>
              </a:spcBef>
              <a:spcAft>
                <a:spcPts val="0"/>
              </a:spcAft>
              <a:buSzPts val="1500"/>
              <a:buFont typeface="Nunito Light"/>
              <a:buChar char="●"/>
              <a:defRPr/>
            </a:lvl4pPr>
            <a:lvl5pPr indent="-304800" lvl="4" marL="2286000">
              <a:spcBef>
                <a:spcPts val="1600"/>
              </a:spcBef>
              <a:spcAft>
                <a:spcPts val="0"/>
              </a:spcAft>
              <a:buSzPts val="1200"/>
              <a:buFont typeface="Nunito Light"/>
              <a:buChar char="○"/>
              <a:defRPr/>
            </a:lvl5pPr>
            <a:lvl6pPr indent="-304800" lvl="5" marL="2743200">
              <a:spcBef>
                <a:spcPts val="1600"/>
              </a:spcBef>
              <a:spcAft>
                <a:spcPts val="0"/>
              </a:spcAft>
              <a:buSzPts val="1200"/>
              <a:buFont typeface="Nunito Light"/>
              <a:buChar char="■"/>
              <a:defRPr/>
            </a:lvl6pPr>
            <a:lvl7pPr indent="-311150" lvl="6" marL="3200400">
              <a:spcBef>
                <a:spcPts val="1600"/>
              </a:spcBef>
              <a:spcAft>
                <a:spcPts val="0"/>
              </a:spcAft>
              <a:buSzPts val="1300"/>
              <a:buFont typeface="Nunito Light"/>
              <a:buChar char="●"/>
              <a:defRPr/>
            </a:lvl7pPr>
            <a:lvl8pPr indent="-311150" lvl="7" marL="3657600">
              <a:spcBef>
                <a:spcPts val="1600"/>
              </a:spcBef>
              <a:spcAft>
                <a:spcPts val="0"/>
              </a:spcAft>
              <a:buSzPts val="1300"/>
              <a:buFont typeface="Nunito Light"/>
              <a:buChar char="○"/>
              <a:defRPr/>
            </a:lvl8pPr>
            <a:lvl9pPr indent="-304800" lvl="8" marL="4114800">
              <a:spcBef>
                <a:spcPts val="1600"/>
              </a:spcBef>
              <a:spcAft>
                <a:spcPts val="1600"/>
              </a:spcAft>
              <a:buSzPts val="1200"/>
              <a:buFont typeface="Nunito Light"/>
              <a:buChar char="■"/>
              <a:defRPr/>
            </a:lvl9pPr>
          </a:lstStyle>
          <a:p/>
        </p:txBody>
      </p:sp>
      <p:sp>
        <p:nvSpPr>
          <p:cNvPr id="17" name="Google Shape;17;p4"/>
          <p:cNvSpPr txBox="1"/>
          <p:nvPr>
            <p:ph type="title"/>
          </p:nvPr>
        </p:nvSpPr>
        <p:spPr>
          <a:xfrm>
            <a:off x="2421000" y="283608"/>
            <a:ext cx="4302000" cy="630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3600"/>
            </a:lvl1pPr>
            <a:lvl2pPr lvl="1" rtl="0" algn="ctr">
              <a:spcBef>
                <a:spcPts val="0"/>
              </a:spcBef>
              <a:spcAft>
                <a:spcPts val="0"/>
              </a:spcAft>
              <a:buNone/>
              <a:defRPr sz="3600">
                <a:solidFill>
                  <a:schemeClr val="accent2"/>
                </a:solidFill>
              </a:defRPr>
            </a:lvl2pPr>
            <a:lvl3pPr lvl="2" rtl="0" algn="ctr">
              <a:spcBef>
                <a:spcPts val="0"/>
              </a:spcBef>
              <a:spcAft>
                <a:spcPts val="0"/>
              </a:spcAft>
              <a:buNone/>
              <a:defRPr sz="3600">
                <a:solidFill>
                  <a:schemeClr val="accent2"/>
                </a:solidFill>
              </a:defRPr>
            </a:lvl3pPr>
            <a:lvl4pPr lvl="3" rtl="0" algn="ctr">
              <a:spcBef>
                <a:spcPts val="0"/>
              </a:spcBef>
              <a:spcAft>
                <a:spcPts val="0"/>
              </a:spcAft>
              <a:buNone/>
              <a:defRPr sz="3600">
                <a:solidFill>
                  <a:schemeClr val="accent2"/>
                </a:solidFill>
              </a:defRPr>
            </a:lvl4pPr>
            <a:lvl5pPr lvl="4" rtl="0" algn="ctr">
              <a:spcBef>
                <a:spcPts val="0"/>
              </a:spcBef>
              <a:spcAft>
                <a:spcPts val="0"/>
              </a:spcAft>
              <a:buNone/>
              <a:defRPr sz="3600">
                <a:solidFill>
                  <a:schemeClr val="accent2"/>
                </a:solidFill>
              </a:defRPr>
            </a:lvl5pPr>
            <a:lvl6pPr lvl="5" rtl="0" algn="ctr">
              <a:spcBef>
                <a:spcPts val="0"/>
              </a:spcBef>
              <a:spcAft>
                <a:spcPts val="0"/>
              </a:spcAft>
              <a:buNone/>
              <a:defRPr sz="3600">
                <a:solidFill>
                  <a:schemeClr val="accent2"/>
                </a:solidFill>
              </a:defRPr>
            </a:lvl6pPr>
            <a:lvl7pPr lvl="6" rtl="0" algn="ctr">
              <a:spcBef>
                <a:spcPts val="0"/>
              </a:spcBef>
              <a:spcAft>
                <a:spcPts val="0"/>
              </a:spcAft>
              <a:buNone/>
              <a:defRPr sz="3600">
                <a:solidFill>
                  <a:schemeClr val="accent2"/>
                </a:solidFill>
              </a:defRPr>
            </a:lvl7pPr>
            <a:lvl8pPr lvl="7" rtl="0" algn="ctr">
              <a:spcBef>
                <a:spcPts val="0"/>
              </a:spcBef>
              <a:spcAft>
                <a:spcPts val="0"/>
              </a:spcAft>
              <a:buNone/>
              <a:defRPr sz="3600">
                <a:solidFill>
                  <a:schemeClr val="accent2"/>
                </a:solidFill>
              </a:defRPr>
            </a:lvl8pPr>
            <a:lvl9pPr lvl="8" rtl="0"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5"/>
          <p:cNvSpPr txBox="1"/>
          <p:nvPr>
            <p:ph type="ctrTitle"/>
          </p:nvPr>
        </p:nvSpPr>
        <p:spPr>
          <a:xfrm flipH="1">
            <a:off x="5408076" y="1087185"/>
            <a:ext cx="22500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3000">
                <a:solidFill>
                  <a:schemeClr val="accent1"/>
                </a:solidFill>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20" name="Google Shape;20;p5"/>
          <p:cNvSpPr txBox="1"/>
          <p:nvPr>
            <p:ph idx="1" type="subTitle"/>
          </p:nvPr>
        </p:nvSpPr>
        <p:spPr>
          <a:xfrm flipH="1">
            <a:off x="1483662" y="4161895"/>
            <a:ext cx="2250000" cy="613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0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21" name="Google Shape;21;p5"/>
          <p:cNvSpPr txBox="1"/>
          <p:nvPr>
            <p:ph idx="2" type="ctrTitle"/>
          </p:nvPr>
        </p:nvSpPr>
        <p:spPr>
          <a:xfrm flipH="1">
            <a:off x="1505901" y="3702014"/>
            <a:ext cx="2205600" cy="629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3000">
                <a:solidFill>
                  <a:schemeClr val="accent1"/>
                </a:solidFill>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22" name="Google Shape;22;p5"/>
          <p:cNvSpPr txBox="1"/>
          <p:nvPr>
            <p:ph idx="3" type="subTitle"/>
          </p:nvPr>
        </p:nvSpPr>
        <p:spPr>
          <a:xfrm flipH="1">
            <a:off x="5408076" y="1497548"/>
            <a:ext cx="2250000" cy="613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0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23" name="Google Shape;23;p5"/>
          <p:cNvSpPr txBox="1"/>
          <p:nvPr>
            <p:ph idx="4" type="title"/>
          </p:nvPr>
        </p:nvSpPr>
        <p:spPr>
          <a:xfrm>
            <a:off x="2421000" y="283608"/>
            <a:ext cx="4302000" cy="630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3600"/>
            </a:lvl1pPr>
            <a:lvl2pPr lvl="1" rtl="0" algn="ctr">
              <a:spcBef>
                <a:spcPts val="0"/>
              </a:spcBef>
              <a:spcAft>
                <a:spcPts val="0"/>
              </a:spcAft>
              <a:buNone/>
              <a:defRPr sz="3600">
                <a:solidFill>
                  <a:schemeClr val="accent2"/>
                </a:solidFill>
              </a:defRPr>
            </a:lvl2pPr>
            <a:lvl3pPr lvl="2" rtl="0" algn="ctr">
              <a:spcBef>
                <a:spcPts val="0"/>
              </a:spcBef>
              <a:spcAft>
                <a:spcPts val="0"/>
              </a:spcAft>
              <a:buNone/>
              <a:defRPr sz="3600">
                <a:solidFill>
                  <a:schemeClr val="accent2"/>
                </a:solidFill>
              </a:defRPr>
            </a:lvl3pPr>
            <a:lvl4pPr lvl="3" rtl="0" algn="ctr">
              <a:spcBef>
                <a:spcPts val="0"/>
              </a:spcBef>
              <a:spcAft>
                <a:spcPts val="0"/>
              </a:spcAft>
              <a:buNone/>
              <a:defRPr sz="3600">
                <a:solidFill>
                  <a:schemeClr val="accent2"/>
                </a:solidFill>
              </a:defRPr>
            </a:lvl4pPr>
            <a:lvl5pPr lvl="4" rtl="0" algn="ctr">
              <a:spcBef>
                <a:spcPts val="0"/>
              </a:spcBef>
              <a:spcAft>
                <a:spcPts val="0"/>
              </a:spcAft>
              <a:buNone/>
              <a:defRPr sz="3600">
                <a:solidFill>
                  <a:schemeClr val="accent2"/>
                </a:solidFill>
              </a:defRPr>
            </a:lvl5pPr>
            <a:lvl6pPr lvl="5" rtl="0" algn="ctr">
              <a:spcBef>
                <a:spcPts val="0"/>
              </a:spcBef>
              <a:spcAft>
                <a:spcPts val="0"/>
              </a:spcAft>
              <a:buNone/>
              <a:defRPr sz="3600">
                <a:solidFill>
                  <a:schemeClr val="accent2"/>
                </a:solidFill>
              </a:defRPr>
            </a:lvl6pPr>
            <a:lvl7pPr lvl="6" rtl="0" algn="ctr">
              <a:spcBef>
                <a:spcPts val="0"/>
              </a:spcBef>
              <a:spcAft>
                <a:spcPts val="0"/>
              </a:spcAft>
              <a:buNone/>
              <a:defRPr sz="3600">
                <a:solidFill>
                  <a:schemeClr val="accent2"/>
                </a:solidFill>
              </a:defRPr>
            </a:lvl7pPr>
            <a:lvl8pPr lvl="7" rtl="0" algn="ctr">
              <a:spcBef>
                <a:spcPts val="0"/>
              </a:spcBef>
              <a:spcAft>
                <a:spcPts val="0"/>
              </a:spcAft>
              <a:buNone/>
              <a:defRPr sz="3600">
                <a:solidFill>
                  <a:schemeClr val="accent2"/>
                </a:solidFill>
              </a:defRPr>
            </a:lvl8pPr>
            <a:lvl9pPr lvl="8" rtl="0"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6"/>
          <p:cNvSpPr txBox="1"/>
          <p:nvPr>
            <p:ph type="title"/>
          </p:nvPr>
        </p:nvSpPr>
        <p:spPr>
          <a:xfrm>
            <a:off x="2421000" y="283608"/>
            <a:ext cx="4302000" cy="630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3600"/>
            </a:lvl1pPr>
            <a:lvl2pPr lvl="1" rtl="0" algn="ctr">
              <a:spcBef>
                <a:spcPts val="0"/>
              </a:spcBef>
              <a:spcAft>
                <a:spcPts val="0"/>
              </a:spcAft>
              <a:buNone/>
              <a:defRPr sz="3600">
                <a:solidFill>
                  <a:schemeClr val="accent2"/>
                </a:solidFill>
              </a:defRPr>
            </a:lvl2pPr>
            <a:lvl3pPr lvl="2" rtl="0" algn="ctr">
              <a:spcBef>
                <a:spcPts val="0"/>
              </a:spcBef>
              <a:spcAft>
                <a:spcPts val="0"/>
              </a:spcAft>
              <a:buNone/>
              <a:defRPr sz="3600">
                <a:solidFill>
                  <a:schemeClr val="accent2"/>
                </a:solidFill>
              </a:defRPr>
            </a:lvl3pPr>
            <a:lvl4pPr lvl="3" rtl="0" algn="ctr">
              <a:spcBef>
                <a:spcPts val="0"/>
              </a:spcBef>
              <a:spcAft>
                <a:spcPts val="0"/>
              </a:spcAft>
              <a:buNone/>
              <a:defRPr sz="3600">
                <a:solidFill>
                  <a:schemeClr val="accent2"/>
                </a:solidFill>
              </a:defRPr>
            </a:lvl4pPr>
            <a:lvl5pPr lvl="4" rtl="0" algn="ctr">
              <a:spcBef>
                <a:spcPts val="0"/>
              </a:spcBef>
              <a:spcAft>
                <a:spcPts val="0"/>
              </a:spcAft>
              <a:buNone/>
              <a:defRPr sz="3600">
                <a:solidFill>
                  <a:schemeClr val="accent2"/>
                </a:solidFill>
              </a:defRPr>
            </a:lvl5pPr>
            <a:lvl6pPr lvl="5" rtl="0" algn="ctr">
              <a:spcBef>
                <a:spcPts val="0"/>
              </a:spcBef>
              <a:spcAft>
                <a:spcPts val="0"/>
              </a:spcAft>
              <a:buNone/>
              <a:defRPr sz="3600">
                <a:solidFill>
                  <a:schemeClr val="accent2"/>
                </a:solidFill>
              </a:defRPr>
            </a:lvl6pPr>
            <a:lvl7pPr lvl="6" rtl="0" algn="ctr">
              <a:spcBef>
                <a:spcPts val="0"/>
              </a:spcBef>
              <a:spcAft>
                <a:spcPts val="0"/>
              </a:spcAft>
              <a:buNone/>
              <a:defRPr sz="3600">
                <a:solidFill>
                  <a:schemeClr val="accent2"/>
                </a:solidFill>
              </a:defRPr>
            </a:lvl7pPr>
            <a:lvl8pPr lvl="7" rtl="0" algn="ctr">
              <a:spcBef>
                <a:spcPts val="0"/>
              </a:spcBef>
              <a:spcAft>
                <a:spcPts val="0"/>
              </a:spcAft>
              <a:buNone/>
              <a:defRPr sz="3600">
                <a:solidFill>
                  <a:schemeClr val="accent2"/>
                </a:solidFill>
              </a:defRPr>
            </a:lvl8pPr>
            <a:lvl9pPr lvl="8" rtl="0"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7"/>
          <p:cNvSpPr txBox="1"/>
          <p:nvPr>
            <p:ph idx="1" type="subTitle"/>
          </p:nvPr>
        </p:nvSpPr>
        <p:spPr>
          <a:xfrm flipH="1">
            <a:off x="546575" y="2518225"/>
            <a:ext cx="8050800" cy="188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rgbClr val="434343"/>
              </a:buClr>
              <a:buSzPts val="1200"/>
              <a:buFont typeface="Raleway"/>
              <a:buAutoNum type="arabicPeriod"/>
              <a:defRPr sz="1200"/>
            </a:lvl1pPr>
            <a:lvl2pPr lvl="1" rtl="0" algn="ctr">
              <a:lnSpc>
                <a:spcPct val="100000"/>
              </a:lnSpc>
              <a:spcBef>
                <a:spcPts val="0"/>
              </a:spcBef>
              <a:spcAft>
                <a:spcPts val="0"/>
              </a:spcAft>
              <a:buClr>
                <a:srgbClr val="434343"/>
              </a:buClr>
              <a:buSzPts val="1200"/>
              <a:buFont typeface="Roboto Condensed Light"/>
              <a:buAutoNum type="alphaLcPeriod"/>
              <a:defRPr sz="1200"/>
            </a:lvl2pPr>
            <a:lvl3pPr lvl="2" rtl="0" algn="ctr">
              <a:lnSpc>
                <a:spcPct val="100000"/>
              </a:lnSpc>
              <a:spcBef>
                <a:spcPts val="0"/>
              </a:spcBef>
              <a:spcAft>
                <a:spcPts val="0"/>
              </a:spcAft>
              <a:buClr>
                <a:srgbClr val="434343"/>
              </a:buClr>
              <a:buSzPts val="1200"/>
              <a:buFont typeface="Roboto Condensed Light"/>
              <a:buAutoNum type="romanLcPeriod"/>
              <a:defRPr sz="1200"/>
            </a:lvl3pPr>
            <a:lvl4pPr lvl="3" rtl="0" algn="ctr">
              <a:lnSpc>
                <a:spcPct val="100000"/>
              </a:lnSpc>
              <a:spcBef>
                <a:spcPts val="0"/>
              </a:spcBef>
              <a:spcAft>
                <a:spcPts val="0"/>
              </a:spcAft>
              <a:buClr>
                <a:srgbClr val="434343"/>
              </a:buClr>
              <a:buSzPts val="1200"/>
              <a:buFont typeface="Roboto Condensed Light"/>
              <a:buAutoNum type="arabicPeriod"/>
              <a:defRPr sz="1200"/>
            </a:lvl4pPr>
            <a:lvl5pPr lvl="4" rtl="0" algn="ctr">
              <a:lnSpc>
                <a:spcPct val="100000"/>
              </a:lnSpc>
              <a:spcBef>
                <a:spcPts val="0"/>
              </a:spcBef>
              <a:spcAft>
                <a:spcPts val="0"/>
              </a:spcAft>
              <a:buClr>
                <a:srgbClr val="434343"/>
              </a:buClr>
              <a:buSzPts val="1200"/>
              <a:buFont typeface="Roboto Condensed Light"/>
              <a:buAutoNum type="alphaLcPeriod"/>
              <a:defRPr sz="1200"/>
            </a:lvl5pPr>
            <a:lvl6pPr lvl="5" rtl="0" algn="ctr">
              <a:lnSpc>
                <a:spcPct val="100000"/>
              </a:lnSpc>
              <a:spcBef>
                <a:spcPts val="0"/>
              </a:spcBef>
              <a:spcAft>
                <a:spcPts val="0"/>
              </a:spcAft>
              <a:buClr>
                <a:srgbClr val="434343"/>
              </a:buClr>
              <a:buSzPts val="1200"/>
              <a:buFont typeface="Roboto Condensed Light"/>
              <a:buAutoNum type="romanLcPeriod"/>
              <a:defRPr sz="1200"/>
            </a:lvl6pPr>
            <a:lvl7pPr lvl="6" rtl="0" algn="ctr">
              <a:lnSpc>
                <a:spcPct val="100000"/>
              </a:lnSpc>
              <a:spcBef>
                <a:spcPts val="0"/>
              </a:spcBef>
              <a:spcAft>
                <a:spcPts val="0"/>
              </a:spcAft>
              <a:buClr>
                <a:srgbClr val="434343"/>
              </a:buClr>
              <a:buSzPts val="1200"/>
              <a:buFont typeface="Roboto Condensed Light"/>
              <a:buAutoNum type="arabicPeriod"/>
              <a:defRPr sz="1200"/>
            </a:lvl7pPr>
            <a:lvl8pPr lvl="7" rtl="0" algn="ctr">
              <a:lnSpc>
                <a:spcPct val="100000"/>
              </a:lnSpc>
              <a:spcBef>
                <a:spcPts val="0"/>
              </a:spcBef>
              <a:spcAft>
                <a:spcPts val="0"/>
              </a:spcAft>
              <a:buClr>
                <a:srgbClr val="434343"/>
              </a:buClr>
              <a:buSzPts val="1200"/>
              <a:buFont typeface="Roboto Condensed Light"/>
              <a:buAutoNum type="alphaLcPeriod"/>
              <a:defRPr sz="1200"/>
            </a:lvl8pPr>
            <a:lvl9pPr lvl="8" rtl="0" algn="ctr">
              <a:lnSpc>
                <a:spcPct val="100000"/>
              </a:lnSpc>
              <a:spcBef>
                <a:spcPts val="0"/>
              </a:spcBef>
              <a:spcAft>
                <a:spcPts val="0"/>
              </a:spcAft>
              <a:buClr>
                <a:srgbClr val="434343"/>
              </a:buClr>
              <a:buSzPts val="1200"/>
              <a:buFont typeface="Roboto Condensed Light"/>
              <a:buAutoNum type="romanLcPeriod"/>
              <a:defRPr sz="1200"/>
            </a:lvl9pPr>
          </a:lstStyle>
          <a:p/>
        </p:txBody>
      </p:sp>
      <p:sp>
        <p:nvSpPr>
          <p:cNvPr id="28" name="Google Shape;28;p7"/>
          <p:cNvSpPr txBox="1"/>
          <p:nvPr>
            <p:ph type="title"/>
          </p:nvPr>
        </p:nvSpPr>
        <p:spPr>
          <a:xfrm>
            <a:off x="2421000" y="283608"/>
            <a:ext cx="4302000" cy="630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3600"/>
            </a:lvl1pPr>
            <a:lvl2pPr lvl="1" rtl="0" algn="ctr">
              <a:spcBef>
                <a:spcPts val="0"/>
              </a:spcBef>
              <a:spcAft>
                <a:spcPts val="0"/>
              </a:spcAft>
              <a:buNone/>
              <a:defRPr sz="3600">
                <a:solidFill>
                  <a:schemeClr val="accent2"/>
                </a:solidFill>
              </a:defRPr>
            </a:lvl2pPr>
            <a:lvl3pPr lvl="2" rtl="0" algn="ctr">
              <a:spcBef>
                <a:spcPts val="0"/>
              </a:spcBef>
              <a:spcAft>
                <a:spcPts val="0"/>
              </a:spcAft>
              <a:buNone/>
              <a:defRPr sz="3600">
                <a:solidFill>
                  <a:schemeClr val="accent2"/>
                </a:solidFill>
              </a:defRPr>
            </a:lvl3pPr>
            <a:lvl4pPr lvl="3" rtl="0" algn="ctr">
              <a:spcBef>
                <a:spcPts val="0"/>
              </a:spcBef>
              <a:spcAft>
                <a:spcPts val="0"/>
              </a:spcAft>
              <a:buNone/>
              <a:defRPr sz="3600">
                <a:solidFill>
                  <a:schemeClr val="accent2"/>
                </a:solidFill>
              </a:defRPr>
            </a:lvl4pPr>
            <a:lvl5pPr lvl="4" rtl="0" algn="ctr">
              <a:spcBef>
                <a:spcPts val="0"/>
              </a:spcBef>
              <a:spcAft>
                <a:spcPts val="0"/>
              </a:spcAft>
              <a:buNone/>
              <a:defRPr sz="3600">
                <a:solidFill>
                  <a:schemeClr val="accent2"/>
                </a:solidFill>
              </a:defRPr>
            </a:lvl5pPr>
            <a:lvl6pPr lvl="5" rtl="0" algn="ctr">
              <a:spcBef>
                <a:spcPts val="0"/>
              </a:spcBef>
              <a:spcAft>
                <a:spcPts val="0"/>
              </a:spcAft>
              <a:buNone/>
              <a:defRPr sz="3600">
                <a:solidFill>
                  <a:schemeClr val="accent2"/>
                </a:solidFill>
              </a:defRPr>
            </a:lvl6pPr>
            <a:lvl7pPr lvl="6" rtl="0" algn="ctr">
              <a:spcBef>
                <a:spcPts val="0"/>
              </a:spcBef>
              <a:spcAft>
                <a:spcPts val="0"/>
              </a:spcAft>
              <a:buNone/>
              <a:defRPr sz="3600">
                <a:solidFill>
                  <a:schemeClr val="accent2"/>
                </a:solidFill>
              </a:defRPr>
            </a:lvl7pPr>
            <a:lvl8pPr lvl="7" rtl="0" algn="ctr">
              <a:spcBef>
                <a:spcPts val="0"/>
              </a:spcBef>
              <a:spcAft>
                <a:spcPts val="0"/>
              </a:spcAft>
              <a:buNone/>
              <a:defRPr sz="3600">
                <a:solidFill>
                  <a:schemeClr val="accent2"/>
                </a:solidFill>
              </a:defRPr>
            </a:lvl8pPr>
            <a:lvl9pPr lvl="8" rtl="0"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8"/>
          <p:cNvSpPr txBox="1"/>
          <p:nvPr>
            <p:ph type="title"/>
          </p:nvPr>
        </p:nvSpPr>
        <p:spPr>
          <a:xfrm>
            <a:off x="2208600" y="1016100"/>
            <a:ext cx="4726800" cy="31113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500">
                <a:solidFill>
                  <a:schemeClr val="accen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9"/>
          <p:cNvSpPr txBox="1"/>
          <p:nvPr>
            <p:ph type="title"/>
          </p:nvPr>
        </p:nvSpPr>
        <p:spPr>
          <a:xfrm>
            <a:off x="625025" y="35533"/>
            <a:ext cx="4045200" cy="14823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7200">
                <a:solidFill>
                  <a:schemeClr val="accent1"/>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3" name="Google Shape;33;p9"/>
          <p:cNvSpPr txBox="1"/>
          <p:nvPr>
            <p:ph idx="1" type="subTitle"/>
          </p:nvPr>
        </p:nvSpPr>
        <p:spPr>
          <a:xfrm>
            <a:off x="625025" y="1331190"/>
            <a:ext cx="3375300" cy="1431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34" name="Shape 34"/>
        <p:cNvGrpSpPr/>
        <p:nvPr/>
      </p:nvGrpSpPr>
      <p:grpSpPr>
        <a:xfrm>
          <a:off x="0" y="0"/>
          <a:ext cx="0" cy="0"/>
          <a:chOff x="0" y="0"/>
          <a:chExt cx="0" cy="0"/>
        </a:xfrm>
      </p:grpSpPr>
      <p:sp>
        <p:nvSpPr>
          <p:cNvPr id="35" name="Google Shape;35;p10"/>
          <p:cNvSpPr txBox="1"/>
          <p:nvPr>
            <p:ph type="ctrTitle"/>
          </p:nvPr>
        </p:nvSpPr>
        <p:spPr>
          <a:xfrm flipH="1">
            <a:off x="616848" y="1589117"/>
            <a:ext cx="3301800" cy="1325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3000">
                <a:solidFill>
                  <a:schemeClr val="accent1"/>
                </a:solidFill>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36" name="Google Shape;36;p10"/>
          <p:cNvSpPr txBox="1"/>
          <p:nvPr>
            <p:ph idx="1" type="subTitle"/>
          </p:nvPr>
        </p:nvSpPr>
        <p:spPr>
          <a:xfrm flipH="1">
            <a:off x="616948" y="2831770"/>
            <a:ext cx="2331300" cy="87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2">
    <p:spTree>
      <p:nvGrpSpPr>
        <p:cNvPr id="37" name="Shape 37"/>
        <p:cNvGrpSpPr/>
        <p:nvPr/>
      </p:nvGrpSpPr>
      <p:grpSpPr>
        <a:xfrm>
          <a:off x="0" y="0"/>
          <a:ext cx="0" cy="0"/>
          <a:chOff x="0" y="0"/>
          <a:chExt cx="0" cy="0"/>
        </a:xfrm>
      </p:grpSpPr>
      <p:sp>
        <p:nvSpPr>
          <p:cNvPr id="38" name="Google Shape;38;p11"/>
          <p:cNvSpPr txBox="1"/>
          <p:nvPr>
            <p:ph type="title"/>
          </p:nvPr>
        </p:nvSpPr>
        <p:spPr>
          <a:xfrm>
            <a:off x="625844" y="195325"/>
            <a:ext cx="2649300" cy="1838400"/>
          </a:xfrm>
          <a:prstGeom prst="rect">
            <a:avLst/>
          </a:prstGeom>
        </p:spPr>
        <p:txBody>
          <a:bodyPr anchorCtr="0" anchor="ctr" bIns="91425" lIns="91425" spcFirstLastPara="1" rIns="91425" wrap="square" tIns="91425">
            <a:noAutofit/>
          </a:bodyPr>
          <a:lstStyle>
            <a:lvl1pPr lvl="0" rtl="0">
              <a:spcBef>
                <a:spcPts val="0"/>
              </a:spcBef>
              <a:spcAft>
                <a:spcPts val="0"/>
              </a:spcAft>
              <a:buNone/>
              <a:defRPr>
                <a:solidFill>
                  <a:schemeClr val="accent4"/>
                </a:solidFill>
              </a:defRPr>
            </a:lvl1pPr>
            <a:lvl2pPr lvl="1" rtl="0">
              <a:spcBef>
                <a:spcPts val="0"/>
              </a:spcBef>
              <a:spcAft>
                <a:spcPts val="0"/>
              </a:spcAft>
              <a:buNone/>
              <a:defRPr>
                <a:solidFill>
                  <a:schemeClr val="accent4"/>
                </a:solidFill>
              </a:defRPr>
            </a:lvl2pPr>
            <a:lvl3pPr lvl="2" rtl="0">
              <a:spcBef>
                <a:spcPts val="0"/>
              </a:spcBef>
              <a:spcAft>
                <a:spcPts val="0"/>
              </a:spcAft>
              <a:buNone/>
              <a:defRPr>
                <a:solidFill>
                  <a:schemeClr val="accent4"/>
                </a:solidFill>
              </a:defRPr>
            </a:lvl3pPr>
            <a:lvl4pPr lvl="3" rtl="0">
              <a:spcBef>
                <a:spcPts val="0"/>
              </a:spcBef>
              <a:spcAft>
                <a:spcPts val="0"/>
              </a:spcAft>
              <a:buNone/>
              <a:defRPr>
                <a:solidFill>
                  <a:schemeClr val="accent4"/>
                </a:solidFill>
              </a:defRPr>
            </a:lvl4pPr>
            <a:lvl5pPr lvl="4" rtl="0">
              <a:spcBef>
                <a:spcPts val="0"/>
              </a:spcBef>
              <a:spcAft>
                <a:spcPts val="0"/>
              </a:spcAft>
              <a:buNone/>
              <a:defRPr>
                <a:solidFill>
                  <a:schemeClr val="accent4"/>
                </a:solidFill>
              </a:defRPr>
            </a:lvl5pPr>
            <a:lvl6pPr lvl="5" rtl="0">
              <a:spcBef>
                <a:spcPts val="0"/>
              </a:spcBef>
              <a:spcAft>
                <a:spcPts val="0"/>
              </a:spcAft>
              <a:buNone/>
              <a:defRPr>
                <a:solidFill>
                  <a:schemeClr val="accent4"/>
                </a:solidFill>
              </a:defRPr>
            </a:lvl6pPr>
            <a:lvl7pPr lvl="6" rtl="0">
              <a:spcBef>
                <a:spcPts val="0"/>
              </a:spcBef>
              <a:spcAft>
                <a:spcPts val="0"/>
              </a:spcAft>
              <a:buNone/>
              <a:defRPr>
                <a:solidFill>
                  <a:schemeClr val="accent4"/>
                </a:solidFill>
              </a:defRPr>
            </a:lvl7pPr>
            <a:lvl8pPr lvl="7" rtl="0">
              <a:spcBef>
                <a:spcPts val="0"/>
              </a:spcBef>
              <a:spcAft>
                <a:spcPts val="0"/>
              </a:spcAft>
              <a:buNone/>
              <a:defRPr>
                <a:solidFill>
                  <a:schemeClr val="accent4"/>
                </a:solidFill>
              </a:defRPr>
            </a:lvl8pPr>
            <a:lvl9pPr lvl="8" rtl="0">
              <a:spcBef>
                <a:spcPts val="0"/>
              </a:spcBef>
              <a:spcAft>
                <a:spcPts val="0"/>
              </a:spcAft>
              <a:buNone/>
              <a:defRPr>
                <a:solidFill>
                  <a:schemeClr val="accent4"/>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9">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12"/>
          <p:cNvSpPr txBox="1"/>
          <p:nvPr>
            <p:ph type="ctrTitle"/>
          </p:nvPr>
        </p:nvSpPr>
        <p:spPr>
          <a:xfrm flipH="1">
            <a:off x="773250" y="1735721"/>
            <a:ext cx="25041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a:solidFill>
                  <a:schemeClr val="accent1"/>
                </a:solidFill>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41" name="Google Shape;41;p12"/>
          <p:cNvSpPr txBox="1"/>
          <p:nvPr>
            <p:ph idx="1" type="subTitle"/>
          </p:nvPr>
        </p:nvSpPr>
        <p:spPr>
          <a:xfrm flipH="1">
            <a:off x="773250" y="2243946"/>
            <a:ext cx="2504100" cy="74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2" name="Google Shape;42;p12"/>
          <p:cNvSpPr txBox="1"/>
          <p:nvPr>
            <p:ph hasCustomPrompt="1" idx="2" type="title"/>
          </p:nvPr>
        </p:nvSpPr>
        <p:spPr>
          <a:xfrm>
            <a:off x="1760724" y="1238601"/>
            <a:ext cx="5292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5500"/>
              <a:buNone/>
              <a:defRPr sz="3600"/>
            </a:lvl1pPr>
            <a:lvl2pPr lvl="1"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
        <p:nvSpPr>
          <p:cNvPr id="43" name="Google Shape;43;p12"/>
          <p:cNvSpPr txBox="1"/>
          <p:nvPr>
            <p:ph idx="3" type="ctrTitle"/>
          </p:nvPr>
        </p:nvSpPr>
        <p:spPr>
          <a:xfrm flipH="1">
            <a:off x="3379651" y="1735789"/>
            <a:ext cx="23847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a:solidFill>
                  <a:schemeClr val="accent1"/>
                </a:solidFill>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44" name="Google Shape;44;p12"/>
          <p:cNvSpPr txBox="1"/>
          <p:nvPr>
            <p:ph idx="4" type="subTitle"/>
          </p:nvPr>
        </p:nvSpPr>
        <p:spPr>
          <a:xfrm flipH="1">
            <a:off x="3277350" y="2243949"/>
            <a:ext cx="2589300" cy="74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5" name="Google Shape;45;p12"/>
          <p:cNvSpPr txBox="1"/>
          <p:nvPr>
            <p:ph hasCustomPrompt="1" idx="5" type="title"/>
          </p:nvPr>
        </p:nvSpPr>
        <p:spPr>
          <a:xfrm>
            <a:off x="4098299" y="1238612"/>
            <a:ext cx="9474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5500"/>
              <a:buNone/>
              <a:defRPr sz="3600"/>
            </a:lvl1pPr>
            <a:lvl2pPr lvl="1"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
        <p:nvSpPr>
          <p:cNvPr id="46" name="Google Shape;46;p12"/>
          <p:cNvSpPr txBox="1"/>
          <p:nvPr>
            <p:ph idx="6" type="ctrTitle"/>
          </p:nvPr>
        </p:nvSpPr>
        <p:spPr>
          <a:xfrm flipH="1">
            <a:off x="5792712" y="1742097"/>
            <a:ext cx="24531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a:solidFill>
                  <a:schemeClr val="accent1"/>
                </a:solidFill>
              </a:defRPr>
            </a:lvl1pPr>
            <a:lvl2pPr lvl="1" rtl="0">
              <a:spcBef>
                <a:spcPts val="0"/>
              </a:spcBef>
              <a:spcAft>
                <a:spcPts val="0"/>
              </a:spcAft>
              <a:buClr>
                <a:srgbClr val="434343"/>
              </a:buClr>
              <a:buSzPts val="1800"/>
              <a:buNone/>
              <a:defRPr sz="1800">
                <a:solidFill>
                  <a:srgbClr val="434343"/>
                </a:solidFill>
              </a:defRPr>
            </a:lvl2pPr>
            <a:lvl3pPr lvl="2" rtl="0">
              <a:spcBef>
                <a:spcPts val="0"/>
              </a:spcBef>
              <a:spcAft>
                <a:spcPts val="0"/>
              </a:spcAft>
              <a:buClr>
                <a:srgbClr val="434343"/>
              </a:buClr>
              <a:buSzPts val="1800"/>
              <a:buNone/>
              <a:defRPr sz="1800">
                <a:solidFill>
                  <a:srgbClr val="434343"/>
                </a:solidFill>
              </a:defRPr>
            </a:lvl3pPr>
            <a:lvl4pPr lvl="3" rtl="0">
              <a:spcBef>
                <a:spcPts val="0"/>
              </a:spcBef>
              <a:spcAft>
                <a:spcPts val="0"/>
              </a:spcAft>
              <a:buClr>
                <a:srgbClr val="434343"/>
              </a:buClr>
              <a:buSzPts val="1800"/>
              <a:buNone/>
              <a:defRPr sz="1800">
                <a:solidFill>
                  <a:srgbClr val="434343"/>
                </a:solidFill>
              </a:defRPr>
            </a:lvl4pPr>
            <a:lvl5pPr lvl="4" rtl="0">
              <a:spcBef>
                <a:spcPts val="0"/>
              </a:spcBef>
              <a:spcAft>
                <a:spcPts val="0"/>
              </a:spcAft>
              <a:buClr>
                <a:srgbClr val="434343"/>
              </a:buClr>
              <a:buSzPts val="1800"/>
              <a:buNone/>
              <a:defRPr sz="1800">
                <a:solidFill>
                  <a:srgbClr val="434343"/>
                </a:solidFill>
              </a:defRPr>
            </a:lvl5pPr>
            <a:lvl6pPr lvl="5" rtl="0">
              <a:spcBef>
                <a:spcPts val="0"/>
              </a:spcBef>
              <a:spcAft>
                <a:spcPts val="0"/>
              </a:spcAft>
              <a:buClr>
                <a:srgbClr val="434343"/>
              </a:buClr>
              <a:buSzPts val="1800"/>
              <a:buNone/>
              <a:defRPr sz="1800">
                <a:solidFill>
                  <a:srgbClr val="434343"/>
                </a:solidFill>
              </a:defRPr>
            </a:lvl6pPr>
            <a:lvl7pPr lvl="6" rtl="0">
              <a:spcBef>
                <a:spcPts val="0"/>
              </a:spcBef>
              <a:spcAft>
                <a:spcPts val="0"/>
              </a:spcAft>
              <a:buClr>
                <a:srgbClr val="434343"/>
              </a:buClr>
              <a:buSzPts val="1800"/>
              <a:buNone/>
              <a:defRPr sz="1800">
                <a:solidFill>
                  <a:srgbClr val="434343"/>
                </a:solidFill>
              </a:defRPr>
            </a:lvl7pPr>
            <a:lvl8pPr lvl="7" rtl="0">
              <a:spcBef>
                <a:spcPts val="0"/>
              </a:spcBef>
              <a:spcAft>
                <a:spcPts val="0"/>
              </a:spcAft>
              <a:buClr>
                <a:srgbClr val="434343"/>
              </a:buClr>
              <a:buSzPts val="1800"/>
              <a:buNone/>
              <a:defRPr sz="1800">
                <a:solidFill>
                  <a:srgbClr val="434343"/>
                </a:solidFill>
              </a:defRPr>
            </a:lvl8pPr>
            <a:lvl9pPr lvl="8" rtl="0">
              <a:spcBef>
                <a:spcPts val="0"/>
              </a:spcBef>
              <a:spcAft>
                <a:spcPts val="0"/>
              </a:spcAft>
              <a:buClr>
                <a:srgbClr val="434343"/>
              </a:buClr>
              <a:buSzPts val="1800"/>
              <a:buNone/>
              <a:defRPr sz="1800">
                <a:solidFill>
                  <a:srgbClr val="434343"/>
                </a:solidFill>
              </a:defRPr>
            </a:lvl9pPr>
          </a:lstStyle>
          <a:p/>
        </p:txBody>
      </p:sp>
      <p:sp>
        <p:nvSpPr>
          <p:cNvPr id="47" name="Google Shape;47;p12"/>
          <p:cNvSpPr txBox="1"/>
          <p:nvPr>
            <p:ph idx="7" type="subTitle"/>
          </p:nvPr>
        </p:nvSpPr>
        <p:spPr>
          <a:xfrm flipH="1">
            <a:off x="5724613" y="2243940"/>
            <a:ext cx="2589300" cy="74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48" name="Google Shape;48;p12"/>
          <p:cNvSpPr txBox="1"/>
          <p:nvPr>
            <p:ph hasCustomPrompt="1" idx="8" type="title"/>
          </p:nvPr>
        </p:nvSpPr>
        <p:spPr>
          <a:xfrm>
            <a:off x="6492612" y="1239070"/>
            <a:ext cx="10533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5500"/>
              <a:buNone/>
              <a:defRPr sz="3600"/>
            </a:lvl1pPr>
            <a:lvl2pPr lvl="1"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
        <p:nvSpPr>
          <p:cNvPr id="49" name="Google Shape;49;p12"/>
          <p:cNvSpPr txBox="1"/>
          <p:nvPr>
            <p:ph idx="9" type="ctrTitle"/>
          </p:nvPr>
        </p:nvSpPr>
        <p:spPr>
          <a:xfrm flipH="1">
            <a:off x="2042356" y="3407989"/>
            <a:ext cx="24531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a:solidFill>
                  <a:schemeClr val="accent1"/>
                </a:solidFill>
              </a:defRPr>
            </a:lvl1pPr>
            <a:lvl2pPr lvl="1" rtl="0">
              <a:spcBef>
                <a:spcPts val="0"/>
              </a:spcBef>
              <a:spcAft>
                <a:spcPts val="0"/>
              </a:spcAft>
              <a:buClr>
                <a:srgbClr val="434343"/>
              </a:buClr>
              <a:buSzPts val="1800"/>
              <a:buNone/>
              <a:defRPr sz="1800">
                <a:solidFill>
                  <a:srgbClr val="434343"/>
                </a:solidFill>
              </a:defRPr>
            </a:lvl2pPr>
            <a:lvl3pPr lvl="2" rtl="0">
              <a:spcBef>
                <a:spcPts val="0"/>
              </a:spcBef>
              <a:spcAft>
                <a:spcPts val="0"/>
              </a:spcAft>
              <a:buClr>
                <a:srgbClr val="434343"/>
              </a:buClr>
              <a:buSzPts val="1800"/>
              <a:buNone/>
              <a:defRPr sz="1800">
                <a:solidFill>
                  <a:srgbClr val="434343"/>
                </a:solidFill>
              </a:defRPr>
            </a:lvl3pPr>
            <a:lvl4pPr lvl="3" rtl="0">
              <a:spcBef>
                <a:spcPts val="0"/>
              </a:spcBef>
              <a:spcAft>
                <a:spcPts val="0"/>
              </a:spcAft>
              <a:buClr>
                <a:srgbClr val="434343"/>
              </a:buClr>
              <a:buSzPts val="1800"/>
              <a:buNone/>
              <a:defRPr sz="1800">
                <a:solidFill>
                  <a:srgbClr val="434343"/>
                </a:solidFill>
              </a:defRPr>
            </a:lvl4pPr>
            <a:lvl5pPr lvl="4" rtl="0">
              <a:spcBef>
                <a:spcPts val="0"/>
              </a:spcBef>
              <a:spcAft>
                <a:spcPts val="0"/>
              </a:spcAft>
              <a:buClr>
                <a:srgbClr val="434343"/>
              </a:buClr>
              <a:buSzPts val="1800"/>
              <a:buNone/>
              <a:defRPr sz="1800">
                <a:solidFill>
                  <a:srgbClr val="434343"/>
                </a:solidFill>
              </a:defRPr>
            </a:lvl5pPr>
            <a:lvl6pPr lvl="5" rtl="0">
              <a:spcBef>
                <a:spcPts val="0"/>
              </a:spcBef>
              <a:spcAft>
                <a:spcPts val="0"/>
              </a:spcAft>
              <a:buClr>
                <a:srgbClr val="434343"/>
              </a:buClr>
              <a:buSzPts val="1800"/>
              <a:buNone/>
              <a:defRPr sz="1800">
                <a:solidFill>
                  <a:srgbClr val="434343"/>
                </a:solidFill>
              </a:defRPr>
            </a:lvl6pPr>
            <a:lvl7pPr lvl="6" rtl="0">
              <a:spcBef>
                <a:spcPts val="0"/>
              </a:spcBef>
              <a:spcAft>
                <a:spcPts val="0"/>
              </a:spcAft>
              <a:buClr>
                <a:srgbClr val="434343"/>
              </a:buClr>
              <a:buSzPts val="1800"/>
              <a:buNone/>
              <a:defRPr sz="1800">
                <a:solidFill>
                  <a:srgbClr val="434343"/>
                </a:solidFill>
              </a:defRPr>
            </a:lvl7pPr>
            <a:lvl8pPr lvl="7" rtl="0">
              <a:spcBef>
                <a:spcPts val="0"/>
              </a:spcBef>
              <a:spcAft>
                <a:spcPts val="0"/>
              </a:spcAft>
              <a:buClr>
                <a:srgbClr val="434343"/>
              </a:buClr>
              <a:buSzPts val="1800"/>
              <a:buNone/>
              <a:defRPr sz="1800">
                <a:solidFill>
                  <a:srgbClr val="434343"/>
                </a:solidFill>
              </a:defRPr>
            </a:lvl8pPr>
            <a:lvl9pPr lvl="8" rtl="0">
              <a:spcBef>
                <a:spcPts val="0"/>
              </a:spcBef>
              <a:spcAft>
                <a:spcPts val="0"/>
              </a:spcAft>
              <a:buClr>
                <a:srgbClr val="434343"/>
              </a:buClr>
              <a:buSzPts val="1800"/>
              <a:buNone/>
              <a:defRPr sz="1800">
                <a:solidFill>
                  <a:srgbClr val="434343"/>
                </a:solidFill>
              </a:defRPr>
            </a:lvl9pPr>
          </a:lstStyle>
          <a:p/>
        </p:txBody>
      </p:sp>
      <p:sp>
        <p:nvSpPr>
          <p:cNvPr id="50" name="Google Shape;50;p12"/>
          <p:cNvSpPr txBox="1"/>
          <p:nvPr>
            <p:ph idx="13" type="subTitle"/>
          </p:nvPr>
        </p:nvSpPr>
        <p:spPr>
          <a:xfrm flipH="1">
            <a:off x="2042356" y="3918766"/>
            <a:ext cx="2453100" cy="57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51" name="Google Shape;51;p12"/>
          <p:cNvSpPr txBox="1"/>
          <p:nvPr>
            <p:ph hasCustomPrompt="1" idx="14" type="title"/>
          </p:nvPr>
        </p:nvSpPr>
        <p:spPr>
          <a:xfrm>
            <a:off x="2795206" y="2903084"/>
            <a:ext cx="9474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5500"/>
              <a:buNone/>
              <a:defRPr sz="3600"/>
            </a:lvl1pPr>
            <a:lvl2pPr lvl="1"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
        <p:nvSpPr>
          <p:cNvPr id="52" name="Google Shape;52;p12"/>
          <p:cNvSpPr txBox="1"/>
          <p:nvPr>
            <p:ph idx="15" type="ctrTitle"/>
          </p:nvPr>
        </p:nvSpPr>
        <p:spPr>
          <a:xfrm flipH="1">
            <a:off x="4571146" y="3407989"/>
            <a:ext cx="24531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a:solidFill>
                  <a:schemeClr val="accent1"/>
                </a:solidFill>
              </a:defRPr>
            </a:lvl1pPr>
            <a:lvl2pPr lvl="1" rtl="0">
              <a:spcBef>
                <a:spcPts val="0"/>
              </a:spcBef>
              <a:spcAft>
                <a:spcPts val="0"/>
              </a:spcAft>
              <a:buClr>
                <a:srgbClr val="434343"/>
              </a:buClr>
              <a:buSzPts val="1800"/>
              <a:buNone/>
              <a:defRPr sz="1800">
                <a:solidFill>
                  <a:srgbClr val="434343"/>
                </a:solidFill>
              </a:defRPr>
            </a:lvl2pPr>
            <a:lvl3pPr lvl="2" rtl="0">
              <a:spcBef>
                <a:spcPts val="0"/>
              </a:spcBef>
              <a:spcAft>
                <a:spcPts val="0"/>
              </a:spcAft>
              <a:buClr>
                <a:srgbClr val="434343"/>
              </a:buClr>
              <a:buSzPts val="1800"/>
              <a:buNone/>
              <a:defRPr sz="1800">
                <a:solidFill>
                  <a:srgbClr val="434343"/>
                </a:solidFill>
              </a:defRPr>
            </a:lvl3pPr>
            <a:lvl4pPr lvl="3" rtl="0">
              <a:spcBef>
                <a:spcPts val="0"/>
              </a:spcBef>
              <a:spcAft>
                <a:spcPts val="0"/>
              </a:spcAft>
              <a:buClr>
                <a:srgbClr val="434343"/>
              </a:buClr>
              <a:buSzPts val="1800"/>
              <a:buNone/>
              <a:defRPr sz="1800">
                <a:solidFill>
                  <a:srgbClr val="434343"/>
                </a:solidFill>
              </a:defRPr>
            </a:lvl4pPr>
            <a:lvl5pPr lvl="4" rtl="0">
              <a:spcBef>
                <a:spcPts val="0"/>
              </a:spcBef>
              <a:spcAft>
                <a:spcPts val="0"/>
              </a:spcAft>
              <a:buClr>
                <a:srgbClr val="434343"/>
              </a:buClr>
              <a:buSzPts val="1800"/>
              <a:buNone/>
              <a:defRPr sz="1800">
                <a:solidFill>
                  <a:srgbClr val="434343"/>
                </a:solidFill>
              </a:defRPr>
            </a:lvl5pPr>
            <a:lvl6pPr lvl="5" rtl="0">
              <a:spcBef>
                <a:spcPts val="0"/>
              </a:spcBef>
              <a:spcAft>
                <a:spcPts val="0"/>
              </a:spcAft>
              <a:buClr>
                <a:srgbClr val="434343"/>
              </a:buClr>
              <a:buSzPts val="1800"/>
              <a:buNone/>
              <a:defRPr sz="1800">
                <a:solidFill>
                  <a:srgbClr val="434343"/>
                </a:solidFill>
              </a:defRPr>
            </a:lvl6pPr>
            <a:lvl7pPr lvl="6" rtl="0">
              <a:spcBef>
                <a:spcPts val="0"/>
              </a:spcBef>
              <a:spcAft>
                <a:spcPts val="0"/>
              </a:spcAft>
              <a:buClr>
                <a:srgbClr val="434343"/>
              </a:buClr>
              <a:buSzPts val="1800"/>
              <a:buNone/>
              <a:defRPr sz="1800">
                <a:solidFill>
                  <a:srgbClr val="434343"/>
                </a:solidFill>
              </a:defRPr>
            </a:lvl7pPr>
            <a:lvl8pPr lvl="7" rtl="0">
              <a:spcBef>
                <a:spcPts val="0"/>
              </a:spcBef>
              <a:spcAft>
                <a:spcPts val="0"/>
              </a:spcAft>
              <a:buClr>
                <a:srgbClr val="434343"/>
              </a:buClr>
              <a:buSzPts val="1800"/>
              <a:buNone/>
              <a:defRPr sz="1800">
                <a:solidFill>
                  <a:srgbClr val="434343"/>
                </a:solidFill>
              </a:defRPr>
            </a:lvl8pPr>
            <a:lvl9pPr lvl="8" rtl="0">
              <a:spcBef>
                <a:spcPts val="0"/>
              </a:spcBef>
              <a:spcAft>
                <a:spcPts val="0"/>
              </a:spcAft>
              <a:buClr>
                <a:srgbClr val="434343"/>
              </a:buClr>
              <a:buSzPts val="1800"/>
              <a:buNone/>
              <a:defRPr sz="1800">
                <a:solidFill>
                  <a:srgbClr val="434343"/>
                </a:solidFill>
              </a:defRPr>
            </a:lvl9pPr>
          </a:lstStyle>
          <a:p/>
        </p:txBody>
      </p:sp>
      <p:sp>
        <p:nvSpPr>
          <p:cNvPr id="53" name="Google Shape;53;p12"/>
          <p:cNvSpPr txBox="1"/>
          <p:nvPr>
            <p:ph idx="16" type="subTitle"/>
          </p:nvPr>
        </p:nvSpPr>
        <p:spPr>
          <a:xfrm flipH="1">
            <a:off x="4605346" y="3918766"/>
            <a:ext cx="2384700" cy="57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sp>
        <p:nvSpPr>
          <p:cNvPr id="54" name="Google Shape;54;p12"/>
          <p:cNvSpPr txBox="1"/>
          <p:nvPr>
            <p:ph hasCustomPrompt="1" idx="17" type="title"/>
          </p:nvPr>
        </p:nvSpPr>
        <p:spPr>
          <a:xfrm>
            <a:off x="5323996" y="2903084"/>
            <a:ext cx="9474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5500"/>
              <a:buNone/>
              <a:defRPr sz="3600"/>
            </a:lvl1pPr>
            <a:lvl2pPr lvl="1"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
        <p:nvSpPr>
          <p:cNvPr id="55" name="Google Shape;55;p12"/>
          <p:cNvSpPr txBox="1"/>
          <p:nvPr>
            <p:ph idx="18" type="title"/>
          </p:nvPr>
        </p:nvSpPr>
        <p:spPr>
          <a:xfrm>
            <a:off x="2421000" y="283608"/>
            <a:ext cx="4302000" cy="630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3600"/>
            </a:lvl1pPr>
            <a:lvl2pPr lvl="1" rtl="0" algn="ctr">
              <a:spcBef>
                <a:spcPts val="0"/>
              </a:spcBef>
              <a:spcAft>
                <a:spcPts val="0"/>
              </a:spcAft>
              <a:buNone/>
              <a:defRPr sz="3600">
                <a:solidFill>
                  <a:schemeClr val="accent2"/>
                </a:solidFill>
              </a:defRPr>
            </a:lvl2pPr>
            <a:lvl3pPr lvl="2" rtl="0" algn="ctr">
              <a:spcBef>
                <a:spcPts val="0"/>
              </a:spcBef>
              <a:spcAft>
                <a:spcPts val="0"/>
              </a:spcAft>
              <a:buNone/>
              <a:defRPr sz="3600">
                <a:solidFill>
                  <a:schemeClr val="accent2"/>
                </a:solidFill>
              </a:defRPr>
            </a:lvl3pPr>
            <a:lvl4pPr lvl="3" rtl="0" algn="ctr">
              <a:spcBef>
                <a:spcPts val="0"/>
              </a:spcBef>
              <a:spcAft>
                <a:spcPts val="0"/>
              </a:spcAft>
              <a:buNone/>
              <a:defRPr sz="3600">
                <a:solidFill>
                  <a:schemeClr val="accent2"/>
                </a:solidFill>
              </a:defRPr>
            </a:lvl4pPr>
            <a:lvl5pPr lvl="4" rtl="0" algn="ctr">
              <a:spcBef>
                <a:spcPts val="0"/>
              </a:spcBef>
              <a:spcAft>
                <a:spcPts val="0"/>
              </a:spcAft>
              <a:buNone/>
              <a:defRPr sz="3600">
                <a:solidFill>
                  <a:schemeClr val="accent2"/>
                </a:solidFill>
              </a:defRPr>
            </a:lvl5pPr>
            <a:lvl6pPr lvl="5" rtl="0" algn="ctr">
              <a:spcBef>
                <a:spcPts val="0"/>
              </a:spcBef>
              <a:spcAft>
                <a:spcPts val="0"/>
              </a:spcAft>
              <a:buNone/>
              <a:defRPr sz="3600">
                <a:solidFill>
                  <a:schemeClr val="accent2"/>
                </a:solidFill>
              </a:defRPr>
            </a:lvl6pPr>
            <a:lvl7pPr lvl="6" rtl="0" algn="ctr">
              <a:spcBef>
                <a:spcPts val="0"/>
              </a:spcBef>
              <a:spcAft>
                <a:spcPts val="0"/>
              </a:spcAft>
              <a:buNone/>
              <a:defRPr sz="3600">
                <a:solidFill>
                  <a:schemeClr val="accent2"/>
                </a:solidFill>
              </a:defRPr>
            </a:lvl7pPr>
            <a:lvl8pPr lvl="7" rtl="0" algn="ctr">
              <a:spcBef>
                <a:spcPts val="0"/>
              </a:spcBef>
              <a:spcAft>
                <a:spcPts val="0"/>
              </a:spcAft>
              <a:buNone/>
              <a:defRPr sz="3600">
                <a:solidFill>
                  <a:schemeClr val="accent2"/>
                </a:solidFill>
              </a:defRPr>
            </a:lvl8pPr>
            <a:lvl9pPr lvl="8" rtl="0"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
    <p:bg>
      <p:bgPr>
        <a:blipFill>
          <a:blip r:embed="rId2">
            <a:alphaModFix/>
          </a:blip>
          <a:stretch>
            <a:fillRect/>
          </a:stretch>
        </a:blipFill>
      </p:bgPr>
    </p:bg>
    <p:spTree>
      <p:nvGrpSpPr>
        <p:cNvPr id="56" name="Shape 56"/>
        <p:cNvGrpSpPr/>
        <p:nvPr/>
      </p:nvGrpSpPr>
      <p:grpSpPr>
        <a:xfrm>
          <a:off x="0" y="0"/>
          <a:ext cx="0" cy="0"/>
          <a:chOff x="0" y="0"/>
          <a:chExt cx="0" cy="0"/>
        </a:xfrm>
      </p:grpSpPr>
      <p:sp>
        <p:nvSpPr>
          <p:cNvPr id="57" name="Google Shape;57;p13"/>
          <p:cNvSpPr txBox="1"/>
          <p:nvPr>
            <p:ph type="ctrTitle"/>
          </p:nvPr>
        </p:nvSpPr>
        <p:spPr>
          <a:xfrm flipH="1">
            <a:off x="6552430" y="2010857"/>
            <a:ext cx="1560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58" name="Google Shape;58;p13"/>
          <p:cNvSpPr txBox="1"/>
          <p:nvPr>
            <p:ph idx="1" type="subTitle"/>
          </p:nvPr>
        </p:nvSpPr>
        <p:spPr>
          <a:xfrm flipH="1">
            <a:off x="6472706" y="2473075"/>
            <a:ext cx="1719900" cy="87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59" name="Google Shape;59;p13"/>
          <p:cNvSpPr txBox="1"/>
          <p:nvPr>
            <p:ph idx="2" type="ctrTitle"/>
          </p:nvPr>
        </p:nvSpPr>
        <p:spPr>
          <a:xfrm flipH="1">
            <a:off x="3791699" y="2463578"/>
            <a:ext cx="1560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60" name="Google Shape;60;p13"/>
          <p:cNvSpPr txBox="1"/>
          <p:nvPr>
            <p:ph idx="3" type="subTitle"/>
          </p:nvPr>
        </p:nvSpPr>
        <p:spPr>
          <a:xfrm flipH="1">
            <a:off x="3791699" y="2938421"/>
            <a:ext cx="1560600" cy="87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61" name="Google Shape;61;p13"/>
          <p:cNvSpPr txBox="1"/>
          <p:nvPr>
            <p:ph idx="4" type="ctrTitle"/>
          </p:nvPr>
        </p:nvSpPr>
        <p:spPr>
          <a:xfrm flipH="1">
            <a:off x="1071599" y="2010857"/>
            <a:ext cx="1560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62" name="Google Shape;62;p13"/>
          <p:cNvSpPr txBox="1"/>
          <p:nvPr>
            <p:ph idx="5" type="subTitle"/>
          </p:nvPr>
        </p:nvSpPr>
        <p:spPr>
          <a:xfrm flipH="1">
            <a:off x="1071600" y="2473075"/>
            <a:ext cx="1560600" cy="87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63" name="Google Shape;63;p13"/>
          <p:cNvSpPr txBox="1"/>
          <p:nvPr>
            <p:ph idx="6" type="title"/>
          </p:nvPr>
        </p:nvSpPr>
        <p:spPr>
          <a:xfrm>
            <a:off x="2421000" y="283608"/>
            <a:ext cx="4302000" cy="630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3600"/>
            </a:lvl1pPr>
            <a:lvl2pPr lvl="1" rtl="0" algn="ctr">
              <a:spcBef>
                <a:spcPts val="0"/>
              </a:spcBef>
              <a:spcAft>
                <a:spcPts val="0"/>
              </a:spcAft>
              <a:buNone/>
              <a:defRPr sz="3600">
                <a:solidFill>
                  <a:schemeClr val="accent2"/>
                </a:solidFill>
              </a:defRPr>
            </a:lvl2pPr>
            <a:lvl3pPr lvl="2" rtl="0" algn="ctr">
              <a:spcBef>
                <a:spcPts val="0"/>
              </a:spcBef>
              <a:spcAft>
                <a:spcPts val="0"/>
              </a:spcAft>
              <a:buNone/>
              <a:defRPr sz="3600">
                <a:solidFill>
                  <a:schemeClr val="accent2"/>
                </a:solidFill>
              </a:defRPr>
            </a:lvl3pPr>
            <a:lvl4pPr lvl="3" rtl="0" algn="ctr">
              <a:spcBef>
                <a:spcPts val="0"/>
              </a:spcBef>
              <a:spcAft>
                <a:spcPts val="0"/>
              </a:spcAft>
              <a:buNone/>
              <a:defRPr sz="3600">
                <a:solidFill>
                  <a:schemeClr val="accent2"/>
                </a:solidFill>
              </a:defRPr>
            </a:lvl4pPr>
            <a:lvl5pPr lvl="4" rtl="0" algn="ctr">
              <a:spcBef>
                <a:spcPts val="0"/>
              </a:spcBef>
              <a:spcAft>
                <a:spcPts val="0"/>
              </a:spcAft>
              <a:buNone/>
              <a:defRPr sz="3600">
                <a:solidFill>
                  <a:schemeClr val="accent2"/>
                </a:solidFill>
              </a:defRPr>
            </a:lvl5pPr>
            <a:lvl6pPr lvl="5" rtl="0" algn="ctr">
              <a:spcBef>
                <a:spcPts val="0"/>
              </a:spcBef>
              <a:spcAft>
                <a:spcPts val="0"/>
              </a:spcAft>
              <a:buNone/>
              <a:defRPr sz="3600">
                <a:solidFill>
                  <a:schemeClr val="accent2"/>
                </a:solidFill>
              </a:defRPr>
            </a:lvl6pPr>
            <a:lvl7pPr lvl="6" rtl="0" algn="ctr">
              <a:spcBef>
                <a:spcPts val="0"/>
              </a:spcBef>
              <a:spcAft>
                <a:spcPts val="0"/>
              </a:spcAft>
              <a:buNone/>
              <a:defRPr sz="3600">
                <a:solidFill>
                  <a:schemeClr val="accent2"/>
                </a:solidFill>
              </a:defRPr>
            </a:lvl7pPr>
            <a:lvl8pPr lvl="7" rtl="0" algn="ctr">
              <a:spcBef>
                <a:spcPts val="0"/>
              </a:spcBef>
              <a:spcAft>
                <a:spcPts val="0"/>
              </a:spcAft>
              <a:buNone/>
              <a:defRPr sz="3600">
                <a:solidFill>
                  <a:schemeClr val="accent2"/>
                </a:solidFill>
              </a:defRPr>
            </a:lvl8pPr>
            <a:lvl9pPr lvl="8" rtl="0"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_1">
    <p:bg>
      <p:bgPr>
        <a:blipFill>
          <a:blip r:embed="rId2">
            <a:alphaModFix/>
          </a:blip>
          <a:stretch>
            <a:fillRect/>
          </a:stretch>
        </a:blipFill>
      </p:bgPr>
    </p:bg>
    <p:spTree>
      <p:nvGrpSpPr>
        <p:cNvPr id="64" name="Shape 64"/>
        <p:cNvGrpSpPr/>
        <p:nvPr/>
      </p:nvGrpSpPr>
      <p:grpSpPr>
        <a:xfrm>
          <a:off x="0" y="0"/>
          <a:ext cx="0" cy="0"/>
          <a:chOff x="0" y="0"/>
          <a:chExt cx="0" cy="0"/>
        </a:xfrm>
      </p:grpSpPr>
      <p:sp>
        <p:nvSpPr>
          <p:cNvPr id="65" name="Google Shape;65;p14"/>
          <p:cNvSpPr txBox="1"/>
          <p:nvPr>
            <p:ph type="ctrTitle"/>
          </p:nvPr>
        </p:nvSpPr>
        <p:spPr>
          <a:xfrm flipH="1">
            <a:off x="5126168" y="3534082"/>
            <a:ext cx="18693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66" name="Google Shape;66;p14"/>
          <p:cNvSpPr txBox="1"/>
          <p:nvPr>
            <p:ph idx="1" type="subTitle"/>
          </p:nvPr>
        </p:nvSpPr>
        <p:spPr>
          <a:xfrm flipH="1">
            <a:off x="5126168" y="2966850"/>
            <a:ext cx="1869300" cy="64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67" name="Google Shape;67;p14"/>
          <p:cNvSpPr txBox="1"/>
          <p:nvPr>
            <p:ph idx="2" type="ctrTitle"/>
          </p:nvPr>
        </p:nvSpPr>
        <p:spPr>
          <a:xfrm flipH="1">
            <a:off x="5150318" y="2085436"/>
            <a:ext cx="1821000" cy="459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68" name="Google Shape;68;p14"/>
          <p:cNvSpPr txBox="1"/>
          <p:nvPr>
            <p:ph idx="3" type="subTitle"/>
          </p:nvPr>
        </p:nvSpPr>
        <p:spPr>
          <a:xfrm flipH="1">
            <a:off x="5126168" y="1517150"/>
            <a:ext cx="1869300" cy="64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69" name="Google Shape;69;p14"/>
          <p:cNvSpPr txBox="1"/>
          <p:nvPr>
            <p:ph idx="4" type="ctrTitle"/>
          </p:nvPr>
        </p:nvSpPr>
        <p:spPr>
          <a:xfrm flipH="1">
            <a:off x="2241967" y="2088936"/>
            <a:ext cx="1793700" cy="459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70" name="Google Shape;70;p14"/>
          <p:cNvSpPr txBox="1"/>
          <p:nvPr>
            <p:ph idx="5" type="subTitle"/>
          </p:nvPr>
        </p:nvSpPr>
        <p:spPr>
          <a:xfrm flipH="1">
            <a:off x="2204167" y="1517160"/>
            <a:ext cx="1869300" cy="64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71" name="Google Shape;71;p14"/>
          <p:cNvSpPr txBox="1"/>
          <p:nvPr>
            <p:ph idx="6" type="ctrTitle"/>
          </p:nvPr>
        </p:nvSpPr>
        <p:spPr>
          <a:xfrm flipH="1">
            <a:off x="2204167" y="3534082"/>
            <a:ext cx="18693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72" name="Google Shape;72;p14"/>
          <p:cNvSpPr txBox="1"/>
          <p:nvPr>
            <p:ph idx="7" type="subTitle"/>
          </p:nvPr>
        </p:nvSpPr>
        <p:spPr>
          <a:xfrm flipH="1">
            <a:off x="2204167" y="2966850"/>
            <a:ext cx="1869300" cy="64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73" name="Google Shape;73;p14"/>
          <p:cNvSpPr txBox="1"/>
          <p:nvPr>
            <p:ph idx="8" type="title"/>
          </p:nvPr>
        </p:nvSpPr>
        <p:spPr>
          <a:xfrm>
            <a:off x="2421000" y="283608"/>
            <a:ext cx="4302000" cy="630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3600"/>
            </a:lvl1pPr>
            <a:lvl2pPr lvl="1" rtl="0" algn="ctr">
              <a:spcBef>
                <a:spcPts val="0"/>
              </a:spcBef>
              <a:spcAft>
                <a:spcPts val="0"/>
              </a:spcAft>
              <a:buNone/>
              <a:defRPr sz="3600">
                <a:solidFill>
                  <a:schemeClr val="accent2"/>
                </a:solidFill>
              </a:defRPr>
            </a:lvl2pPr>
            <a:lvl3pPr lvl="2" rtl="0" algn="ctr">
              <a:spcBef>
                <a:spcPts val="0"/>
              </a:spcBef>
              <a:spcAft>
                <a:spcPts val="0"/>
              </a:spcAft>
              <a:buNone/>
              <a:defRPr sz="3600">
                <a:solidFill>
                  <a:schemeClr val="accent2"/>
                </a:solidFill>
              </a:defRPr>
            </a:lvl3pPr>
            <a:lvl4pPr lvl="3" rtl="0" algn="ctr">
              <a:spcBef>
                <a:spcPts val="0"/>
              </a:spcBef>
              <a:spcAft>
                <a:spcPts val="0"/>
              </a:spcAft>
              <a:buNone/>
              <a:defRPr sz="3600">
                <a:solidFill>
                  <a:schemeClr val="accent2"/>
                </a:solidFill>
              </a:defRPr>
            </a:lvl4pPr>
            <a:lvl5pPr lvl="4" rtl="0" algn="ctr">
              <a:spcBef>
                <a:spcPts val="0"/>
              </a:spcBef>
              <a:spcAft>
                <a:spcPts val="0"/>
              </a:spcAft>
              <a:buNone/>
              <a:defRPr sz="3600">
                <a:solidFill>
                  <a:schemeClr val="accent2"/>
                </a:solidFill>
              </a:defRPr>
            </a:lvl5pPr>
            <a:lvl6pPr lvl="5" rtl="0" algn="ctr">
              <a:spcBef>
                <a:spcPts val="0"/>
              </a:spcBef>
              <a:spcAft>
                <a:spcPts val="0"/>
              </a:spcAft>
              <a:buNone/>
              <a:defRPr sz="3600">
                <a:solidFill>
                  <a:schemeClr val="accent2"/>
                </a:solidFill>
              </a:defRPr>
            </a:lvl6pPr>
            <a:lvl7pPr lvl="6" rtl="0" algn="ctr">
              <a:spcBef>
                <a:spcPts val="0"/>
              </a:spcBef>
              <a:spcAft>
                <a:spcPts val="0"/>
              </a:spcAft>
              <a:buNone/>
              <a:defRPr sz="3600">
                <a:solidFill>
                  <a:schemeClr val="accent2"/>
                </a:solidFill>
              </a:defRPr>
            </a:lvl7pPr>
            <a:lvl8pPr lvl="7" rtl="0" algn="ctr">
              <a:spcBef>
                <a:spcPts val="0"/>
              </a:spcBef>
              <a:spcAft>
                <a:spcPts val="0"/>
              </a:spcAft>
              <a:buNone/>
              <a:defRPr sz="3600">
                <a:solidFill>
                  <a:schemeClr val="accent2"/>
                </a:solidFill>
              </a:defRPr>
            </a:lvl8pPr>
            <a:lvl9pPr lvl="8" rtl="0"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ms 2">
  <p:cSld name="TITLE_AND_TWO_COLUMNS_1">
    <p:bg>
      <p:bgPr>
        <a:blipFill>
          <a:blip r:embed="rId2">
            <a:alphaModFix/>
          </a:blip>
          <a:stretch>
            <a:fillRect/>
          </a:stretch>
        </a:blipFill>
      </p:bgPr>
    </p:bg>
    <p:spTree>
      <p:nvGrpSpPr>
        <p:cNvPr id="74" name="Shape 74"/>
        <p:cNvGrpSpPr/>
        <p:nvPr/>
      </p:nvGrpSpPr>
      <p:grpSpPr>
        <a:xfrm>
          <a:off x="0" y="0"/>
          <a:ext cx="0" cy="0"/>
          <a:chOff x="0" y="0"/>
          <a:chExt cx="0" cy="0"/>
        </a:xfrm>
      </p:grpSpPr>
      <p:sp>
        <p:nvSpPr>
          <p:cNvPr id="75" name="Google Shape;75;p15"/>
          <p:cNvSpPr txBox="1"/>
          <p:nvPr>
            <p:ph type="ctrTitle"/>
          </p:nvPr>
        </p:nvSpPr>
        <p:spPr>
          <a:xfrm flipH="1">
            <a:off x="989230" y="2431689"/>
            <a:ext cx="2012100" cy="57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None/>
              <a:defRPr sz="2200"/>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76" name="Google Shape;76;p15"/>
          <p:cNvSpPr txBox="1"/>
          <p:nvPr>
            <p:ph idx="1" type="subTitle"/>
          </p:nvPr>
        </p:nvSpPr>
        <p:spPr>
          <a:xfrm flipH="1">
            <a:off x="715630" y="2828489"/>
            <a:ext cx="2285700" cy="875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77" name="Google Shape;77;p15"/>
          <p:cNvSpPr txBox="1"/>
          <p:nvPr>
            <p:ph idx="2" type="ctrTitle"/>
          </p:nvPr>
        </p:nvSpPr>
        <p:spPr>
          <a:xfrm flipH="1">
            <a:off x="5754257" y="3249841"/>
            <a:ext cx="15606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200"/>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78" name="Google Shape;78;p15"/>
          <p:cNvSpPr txBox="1"/>
          <p:nvPr>
            <p:ph idx="3" type="subTitle"/>
          </p:nvPr>
        </p:nvSpPr>
        <p:spPr>
          <a:xfrm flipH="1">
            <a:off x="5754257" y="3646373"/>
            <a:ext cx="2285700" cy="87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79" name="Google Shape;79;p15"/>
          <p:cNvSpPr txBox="1"/>
          <p:nvPr>
            <p:ph idx="4" type="ctrTitle"/>
          </p:nvPr>
        </p:nvSpPr>
        <p:spPr>
          <a:xfrm flipH="1">
            <a:off x="6095335" y="1398079"/>
            <a:ext cx="1560600" cy="577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200"/>
            </a:lvl1pPr>
            <a:lvl2pPr lvl="1" rtl="0" algn="ctr">
              <a:spcBef>
                <a:spcPts val="0"/>
              </a:spcBef>
              <a:spcAft>
                <a:spcPts val="0"/>
              </a:spcAft>
              <a:buClr>
                <a:srgbClr val="434343"/>
              </a:buClr>
              <a:buSzPts val="1800"/>
              <a:buNone/>
              <a:defRPr sz="1800">
                <a:solidFill>
                  <a:srgbClr val="434343"/>
                </a:solidFill>
              </a:defRPr>
            </a:lvl2pPr>
            <a:lvl3pPr lvl="2" rtl="0" algn="ctr">
              <a:spcBef>
                <a:spcPts val="0"/>
              </a:spcBef>
              <a:spcAft>
                <a:spcPts val="0"/>
              </a:spcAft>
              <a:buClr>
                <a:srgbClr val="434343"/>
              </a:buClr>
              <a:buSzPts val="1800"/>
              <a:buNone/>
              <a:defRPr sz="1800">
                <a:solidFill>
                  <a:srgbClr val="434343"/>
                </a:solidFill>
              </a:defRPr>
            </a:lvl3pPr>
            <a:lvl4pPr lvl="3" rtl="0" algn="ctr">
              <a:spcBef>
                <a:spcPts val="0"/>
              </a:spcBef>
              <a:spcAft>
                <a:spcPts val="0"/>
              </a:spcAft>
              <a:buClr>
                <a:srgbClr val="434343"/>
              </a:buClr>
              <a:buSzPts val="1800"/>
              <a:buNone/>
              <a:defRPr sz="1800">
                <a:solidFill>
                  <a:srgbClr val="434343"/>
                </a:solidFill>
              </a:defRPr>
            </a:lvl4pPr>
            <a:lvl5pPr lvl="4" rtl="0" algn="ctr">
              <a:spcBef>
                <a:spcPts val="0"/>
              </a:spcBef>
              <a:spcAft>
                <a:spcPts val="0"/>
              </a:spcAft>
              <a:buClr>
                <a:srgbClr val="434343"/>
              </a:buClr>
              <a:buSzPts val="1800"/>
              <a:buNone/>
              <a:defRPr sz="1800">
                <a:solidFill>
                  <a:srgbClr val="434343"/>
                </a:solidFill>
              </a:defRPr>
            </a:lvl5pPr>
            <a:lvl6pPr lvl="5" rtl="0" algn="ctr">
              <a:spcBef>
                <a:spcPts val="0"/>
              </a:spcBef>
              <a:spcAft>
                <a:spcPts val="0"/>
              </a:spcAft>
              <a:buClr>
                <a:srgbClr val="434343"/>
              </a:buClr>
              <a:buSzPts val="1800"/>
              <a:buNone/>
              <a:defRPr sz="1800">
                <a:solidFill>
                  <a:srgbClr val="434343"/>
                </a:solidFill>
              </a:defRPr>
            </a:lvl6pPr>
            <a:lvl7pPr lvl="6" rtl="0" algn="ctr">
              <a:spcBef>
                <a:spcPts val="0"/>
              </a:spcBef>
              <a:spcAft>
                <a:spcPts val="0"/>
              </a:spcAft>
              <a:buClr>
                <a:srgbClr val="434343"/>
              </a:buClr>
              <a:buSzPts val="1800"/>
              <a:buNone/>
              <a:defRPr sz="1800">
                <a:solidFill>
                  <a:srgbClr val="434343"/>
                </a:solidFill>
              </a:defRPr>
            </a:lvl7pPr>
            <a:lvl8pPr lvl="7" rtl="0" algn="ctr">
              <a:spcBef>
                <a:spcPts val="0"/>
              </a:spcBef>
              <a:spcAft>
                <a:spcPts val="0"/>
              </a:spcAft>
              <a:buClr>
                <a:srgbClr val="434343"/>
              </a:buClr>
              <a:buSzPts val="1800"/>
              <a:buNone/>
              <a:defRPr sz="1800">
                <a:solidFill>
                  <a:srgbClr val="434343"/>
                </a:solidFill>
              </a:defRPr>
            </a:lvl8pPr>
            <a:lvl9pPr lvl="8" rtl="0" algn="ctr">
              <a:spcBef>
                <a:spcPts val="0"/>
              </a:spcBef>
              <a:spcAft>
                <a:spcPts val="0"/>
              </a:spcAft>
              <a:buClr>
                <a:srgbClr val="434343"/>
              </a:buClr>
              <a:buSzPts val="1800"/>
              <a:buNone/>
              <a:defRPr sz="1800">
                <a:solidFill>
                  <a:srgbClr val="434343"/>
                </a:solidFill>
              </a:defRPr>
            </a:lvl9pPr>
          </a:lstStyle>
          <a:p/>
        </p:txBody>
      </p:sp>
      <p:sp>
        <p:nvSpPr>
          <p:cNvPr id="80" name="Google Shape;80;p15"/>
          <p:cNvSpPr txBox="1"/>
          <p:nvPr>
            <p:ph idx="5" type="subTitle"/>
          </p:nvPr>
        </p:nvSpPr>
        <p:spPr>
          <a:xfrm flipH="1">
            <a:off x="6095335" y="1794611"/>
            <a:ext cx="2285700" cy="87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81" name="Google Shape;81;p15"/>
          <p:cNvSpPr txBox="1"/>
          <p:nvPr>
            <p:ph idx="6" type="title"/>
          </p:nvPr>
        </p:nvSpPr>
        <p:spPr>
          <a:xfrm>
            <a:off x="2421000" y="283608"/>
            <a:ext cx="4302000" cy="630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3600"/>
            </a:lvl1pPr>
            <a:lvl2pPr lvl="1" rtl="0" algn="ctr">
              <a:spcBef>
                <a:spcPts val="0"/>
              </a:spcBef>
              <a:spcAft>
                <a:spcPts val="0"/>
              </a:spcAft>
              <a:buNone/>
              <a:defRPr sz="3600">
                <a:solidFill>
                  <a:schemeClr val="accent2"/>
                </a:solidFill>
              </a:defRPr>
            </a:lvl2pPr>
            <a:lvl3pPr lvl="2" rtl="0" algn="ctr">
              <a:spcBef>
                <a:spcPts val="0"/>
              </a:spcBef>
              <a:spcAft>
                <a:spcPts val="0"/>
              </a:spcAft>
              <a:buNone/>
              <a:defRPr sz="3600">
                <a:solidFill>
                  <a:schemeClr val="accent2"/>
                </a:solidFill>
              </a:defRPr>
            </a:lvl3pPr>
            <a:lvl4pPr lvl="3" rtl="0" algn="ctr">
              <a:spcBef>
                <a:spcPts val="0"/>
              </a:spcBef>
              <a:spcAft>
                <a:spcPts val="0"/>
              </a:spcAft>
              <a:buNone/>
              <a:defRPr sz="3600">
                <a:solidFill>
                  <a:schemeClr val="accent2"/>
                </a:solidFill>
              </a:defRPr>
            </a:lvl4pPr>
            <a:lvl5pPr lvl="4" rtl="0" algn="ctr">
              <a:spcBef>
                <a:spcPts val="0"/>
              </a:spcBef>
              <a:spcAft>
                <a:spcPts val="0"/>
              </a:spcAft>
              <a:buNone/>
              <a:defRPr sz="3600">
                <a:solidFill>
                  <a:schemeClr val="accent2"/>
                </a:solidFill>
              </a:defRPr>
            </a:lvl5pPr>
            <a:lvl6pPr lvl="5" rtl="0" algn="ctr">
              <a:spcBef>
                <a:spcPts val="0"/>
              </a:spcBef>
              <a:spcAft>
                <a:spcPts val="0"/>
              </a:spcAft>
              <a:buNone/>
              <a:defRPr sz="3600">
                <a:solidFill>
                  <a:schemeClr val="accent2"/>
                </a:solidFill>
              </a:defRPr>
            </a:lvl6pPr>
            <a:lvl7pPr lvl="6" rtl="0" algn="ctr">
              <a:spcBef>
                <a:spcPts val="0"/>
              </a:spcBef>
              <a:spcAft>
                <a:spcPts val="0"/>
              </a:spcAft>
              <a:buNone/>
              <a:defRPr sz="3600">
                <a:solidFill>
                  <a:schemeClr val="accent2"/>
                </a:solidFill>
              </a:defRPr>
            </a:lvl7pPr>
            <a:lvl8pPr lvl="7" rtl="0" algn="ctr">
              <a:spcBef>
                <a:spcPts val="0"/>
              </a:spcBef>
              <a:spcAft>
                <a:spcPts val="0"/>
              </a:spcAft>
              <a:buNone/>
              <a:defRPr sz="3600">
                <a:solidFill>
                  <a:schemeClr val="accent2"/>
                </a:solidFill>
              </a:defRPr>
            </a:lvl8pPr>
            <a:lvl9pPr lvl="8" rtl="0"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3">
    <p:bg>
      <p:bgPr>
        <a:blipFill>
          <a:blip r:embed="rId2">
            <a:alphaModFix/>
          </a:blip>
          <a:stretch>
            <a:fillRect/>
          </a:stretch>
        </a:blipFill>
      </p:bgPr>
    </p:bg>
    <p:spTree>
      <p:nvGrpSpPr>
        <p:cNvPr id="82" name="Shape 82"/>
        <p:cNvGrpSpPr/>
        <p:nvPr/>
      </p:nvGrpSpPr>
      <p:grpSpPr>
        <a:xfrm>
          <a:off x="0" y="0"/>
          <a:ext cx="0" cy="0"/>
          <a:chOff x="0" y="0"/>
          <a:chExt cx="0" cy="0"/>
        </a:xfrm>
      </p:grpSpPr>
      <p:sp>
        <p:nvSpPr>
          <p:cNvPr id="83" name="Google Shape;83;p16"/>
          <p:cNvSpPr txBox="1"/>
          <p:nvPr>
            <p:ph type="ctrTitle"/>
          </p:nvPr>
        </p:nvSpPr>
        <p:spPr>
          <a:xfrm flipH="1">
            <a:off x="2543653" y="1245955"/>
            <a:ext cx="1560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a:solidFill>
                  <a:schemeClr val="accent1"/>
                </a:solidFill>
              </a:defRPr>
            </a:lvl1pPr>
            <a:lvl2pPr lvl="1" rtl="0" algn="ctr">
              <a:spcBef>
                <a:spcPts val="0"/>
              </a:spcBef>
              <a:spcAft>
                <a:spcPts val="0"/>
              </a:spcAft>
              <a:buClr>
                <a:srgbClr val="434343"/>
              </a:buClr>
              <a:buSzPts val="1400"/>
              <a:buNone/>
              <a:defRPr sz="1400">
                <a:solidFill>
                  <a:srgbClr val="434343"/>
                </a:solidFill>
              </a:defRPr>
            </a:lvl2pPr>
            <a:lvl3pPr lvl="2" rtl="0" algn="ctr">
              <a:spcBef>
                <a:spcPts val="0"/>
              </a:spcBef>
              <a:spcAft>
                <a:spcPts val="0"/>
              </a:spcAft>
              <a:buClr>
                <a:srgbClr val="434343"/>
              </a:buClr>
              <a:buSzPts val="1400"/>
              <a:buNone/>
              <a:defRPr sz="1400">
                <a:solidFill>
                  <a:srgbClr val="434343"/>
                </a:solidFill>
              </a:defRPr>
            </a:lvl3pPr>
            <a:lvl4pPr lvl="3" rtl="0" algn="ctr">
              <a:spcBef>
                <a:spcPts val="0"/>
              </a:spcBef>
              <a:spcAft>
                <a:spcPts val="0"/>
              </a:spcAft>
              <a:buClr>
                <a:srgbClr val="434343"/>
              </a:buClr>
              <a:buSzPts val="1400"/>
              <a:buNone/>
              <a:defRPr sz="1400">
                <a:solidFill>
                  <a:srgbClr val="434343"/>
                </a:solidFill>
              </a:defRPr>
            </a:lvl4pPr>
            <a:lvl5pPr lvl="4" rtl="0" algn="ctr">
              <a:spcBef>
                <a:spcPts val="0"/>
              </a:spcBef>
              <a:spcAft>
                <a:spcPts val="0"/>
              </a:spcAft>
              <a:buClr>
                <a:srgbClr val="434343"/>
              </a:buClr>
              <a:buSzPts val="1400"/>
              <a:buNone/>
              <a:defRPr sz="1400">
                <a:solidFill>
                  <a:srgbClr val="434343"/>
                </a:solidFill>
              </a:defRPr>
            </a:lvl5pPr>
            <a:lvl6pPr lvl="5" rtl="0" algn="ctr">
              <a:spcBef>
                <a:spcPts val="0"/>
              </a:spcBef>
              <a:spcAft>
                <a:spcPts val="0"/>
              </a:spcAft>
              <a:buClr>
                <a:srgbClr val="434343"/>
              </a:buClr>
              <a:buSzPts val="1400"/>
              <a:buNone/>
              <a:defRPr sz="1400">
                <a:solidFill>
                  <a:srgbClr val="434343"/>
                </a:solidFill>
              </a:defRPr>
            </a:lvl6pPr>
            <a:lvl7pPr lvl="6" rtl="0" algn="ctr">
              <a:spcBef>
                <a:spcPts val="0"/>
              </a:spcBef>
              <a:spcAft>
                <a:spcPts val="0"/>
              </a:spcAft>
              <a:buClr>
                <a:srgbClr val="434343"/>
              </a:buClr>
              <a:buSzPts val="1400"/>
              <a:buNone/>
              <a:defRPr sz="1400">
                <a:solidFill>
                  <a:srgbClr val="434343"/>
                </a:solidFill>
              </a:defRPr>
            </a:lvl7pPr>
            <a:lvl8pPr lvl="7" rtl="0" algn="ctr">
              <a:spcBef>
                <a:spcPts val="0"/>
              </a:spcBef>
              <a:spcAft>
                <a:spcPts val="0"/>
              </a:spcAft>
              <a:buClr>
                <a:srgbClr val="434343"/>
              </a:buClr>
              <a:buSzPts val="1400"/>
              <a:buNone/>
              <a:defRPr sz="1400">
                <a:solidFill>
                  <a:srgbClr val="434343"/>
                </a:solidFill>
              </a:defRPr>
            </a:lvl8pPr>
            <a:lvl9pPr lvl="8" rtl="0" algn="ctr">
              <a:spcBef>
                <a:spcPts val="0"/>
              </a:spcBef>
              <a:spcAft>
                <a:spcPts val="0"/>
              </a:spcAft>
              <a:buClr>
                <a:srgbClr val="434343"/>
              </a:buClr>
              <a:buSzPts val="1400"/>
              <a:buNone/>
              <a:defRPr sz="1400">
                <a:solidFill>
                  <a:srgbClr val="434343"/>
                </a:solidFill>
              </a:defRPr>
            </a:lvl9pPr>
          </a:lstStyle>
          <a:p/>
        </p:txBody>
      </p:sp>
      <p:sp>
        <p:nvSpPr>
          <p:cNvPr id="84" name="Google Shape;84;p16"/>
          <p:cNvSpPr txBox="1"/>
          <p:nvPr>
            <p:ph idx="1" type="subTitle"/>
          </p:nvPr>
        </p:nvSpPr>
        <p:spPr>
          <a:xfrm flipH="1">
            <a:off x="2266603" y="1627785"/>
            <a:ext cx="2114700" cy="87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85" name="Google Shape;85;p16"/>
          <p:cNvSpPr txBox="1"/>
          <p:nvPr>
            <p:ph idx="2" type="ctrTitle"/>
          </p:nvPr>
        </p:nvSpPr>
        <p:spPr>
          <a:xfrm flipH="1">
            <a:off x="2543653" y="3575283"/>
            <a:ext cx="1560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a:solidFill>
                  <a:schemeClr val="accent1"/>
                </a:solidFill>
              </a:defRPr>
            </a:lvl1pPr>
            <a:lvl2pPr lvl="1" rtl="0" algn="ctr">
              <a:spcBef>
                <a:spcPts val="0"/>
              </a:spcBef>
              <a:spcAft>
                <a:spcPts val="0"/>
              </a:spcAft>
              <a:buClr>
                <a:srgbClr val="434343"/>
              </a:buClr>
              <a:buSzPts val="1400"/>
              <a:buNone/>
              <a:defRPr sz="1400">
                <a:solidFill>
                  <a:srgbClr val="434343"/>
                </a:solidFill>
              </a:defRPr>
            </a:lvl2pPr>
            <a:lvl3pPr lvl="2" rtl="0" algn="ctr">
              <a:spcBef>
                <a:spcPts val="0"/>
              </a:spcBef>
              <a:spcAft>
                <a:spcPts val="0"/>
              </a:spcAft>
              <a:buClr>
                <a:srgbClr val="434343"/>
              </a:buClr>
              <a:buSzPts val="1400"/>
              <a:buNone/>
              <a:defRPr sz="1400">
                <a:solidFill>
                  <a:srgbClr val="434343"/>
                </a:solidFill>
              </a:defRPr>
            </a:lvl3pPr>
            <a:lvl4pPr lvl="3" rtl="0" algn="ctr">
              <a:spcBef>
                <a:spcPts val="0"/>
              </a:spcBef>
              <a:spcAft>
                <a:spcPts val="0"/>
              </a:spcAft>
              <a:buClr>
                <a:srgbClr val="434343"/>
              </a:buClr>
              <a:buSzPts val="1400"/>
              <a:buNone/>
              <a:defRPr sz="1400">
                <a:solidFill>
                  <a:srgbClr val="434343"/>
                </a:solidFill>
              </a:defRPr>
            </a:lvl4pPr>
            <a:lvl5pPr lvl="4" rtl="0" algn="ctr">
              <a:spcBef>
                <a:spcPts val="0"/>
              </a:spcBef>
              <a:spcAft>
                <a:spcPts val="0"/>
              </a:spcAft>
              <a:buClr>
                <a:srgbClr val="434343"/>
              </a:buClr>
              <a:buSzPts val="1400"/>
              <a:buNone/>
              <a:defRPr sz="1400">
                <a:solidFill>
                  <a:srgbClr val="434343"/>
                </a:solidFill>
              </a:defRPr>
            </a:lvl5pPr>
            <a:lvl6pPr lvl="5" rtl="0" algn="ctr">
              <a:spcBef>
                <a:spcPts val="0"/>
              </a:spcBef>
              <a:spcAft>
                <a:spcPts val="0"/>
              </a:spcAft>
              <a:buClr>
                <a:srgbClr val="434343"/>
              </a:buClr>
              <a:buSzPts val="1400"/>
              <a:buNone/>
              <a:defRPr sz="1400">
                <a:solidFill>
                  <a:srgbClr val="434343"/>
                </a:solidFill>
              </a:defRPr>
            </a:lvl6pPr>
            <a:lvl7pPr lvl="6" rtl="0" algn="ctr">
              <a:spcBef>
                <a:spcPts val="0"/>
              </a:spcBef>
              <a:spcAft>
                <a:spcPts val="0"/>
              </a:spcAft>
              <a:buClr>
                <a:srgbClr val="434343"/>
              </a:buClr>
              <a:buSzPts val="1400"/>
              <a:buNone/>
              <a:defRPr sz="1400">
                <a:solidFill>
                  <a:srgbClr val="434343"/>
                </a:solidFill>
              </a:defRPr>
            </a:lvl7pPr>
            <a:lvl8pPr lvl="7" rtl="0" algn="ctr">
              <a:spcBef>
                <a:spcPts val="0"/>
              </a:spcBef>
              <a:spcAft>
                <a:spcPts val="0"/>
              </a:spcAft>
              <a:buClr>
                <a:srgbClr val="434343"/>
              </a:buClr>
              <a:buSzPts val="1400"/>
              <a:buNone/>
              <a:defRPr sz="1400">
                <a:solidFill>
                  <a:srgbClr val="434343"/>
                </a:solidFill>
              </a:defRPr>
            </a:lvl8pPr>
            <a:lvl9pPr lvl="8" rtl="0" algn="ctr">
              <a:spcBef>
                <a:spcPts val="0"/>
              </a:spcBef>
              <a:spcAft>
                <a:spcPts val="0"/>
              </a:spcAft>
              <a:buClr>
                <a:srgbClr val="434343"/>
              </a:buClr>
              <a:buSzPts val="1400"/>
              <a:buNone/>
              <a:defRPr sz="1400">
                <a:solidFill>
                  <a:srgbClr val="434343"/>
                </a:solidFill>
              </a:defRPr>
            </a:lvl9pPr>
          </a:lstStyle>
          <a:p/>
        </p:txBody>
      </p:sp>
      <p:sp>
        <p:nvSpPr>
          <p:cNvPr id="86" name="Google Shape;86;p16"/>
          <p:cNvSpPr txBox="1"/>
          <p:nvPr>
            <p:ph idx="3" type="subTitle"/>
          </p:nvPr>
        </p:nvSpPr>
        <p:spPr>
          <a:xfrm flipH="1">
            <a:off x="2266608" y="3958300"/>
            <a:ext cx="2114700" cy="87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87" name="Google Shape;87;p16"/>
          <p:cNvSpPr txBox="1"/>
          <p:nvPr>
            <p:ph idx="4" type="ctrTitle"/>
          </p:nvPr>
        </p:nvSpPr>
        <p:spPr>
          <a:xfrm flipH="1">
            <a:off x="2543653" y="2410347"/>
            <a:ext cx="1560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a:solidFill>
                  <a:schemeClr val="accent1"/>
                </a:solidFill>
              </a:defRPr>
            </a:lvl1pPr>
            <a:lvl2pPr lvl="1" rtl="0" algn="ctr">
              <a:spcBef>
                <a:spcPts val="0"/>
              </a:spcBef>
              <a:spcAft>
                <a:spcPts val="0"/>
              </a:spcAft>
              <a:buClr>
                <a:srgbClr val="434343"/>
              </a:buClr>
              <a:buSzPts val="1400"/>
              <a:buNone/>
              <a:defRPr sz="1400">
                <a:solidFill>
                  <a:srgbClr val="434343"/>
                </a:solidFill>
              </a:defRPr>
            </a:lvl2pPr>
            <a:lvl3pPr lvl="2" rtl="0" algn="ctr">
              <a:spcBef>
                <a:spcPts val="0"/>
              </a:spcBef>
              <a:spcAft>
                <a:spcPts val="0"/>
              </a:spcAft>
              <a:buClr>
                <a:srgbClr val="434343"/>
              </a:buClr>
              <a:buSzPts val="1400"/>
              <a:buNone/>
              <a:defRPr sz="1400">
                <a:solidFill>
                  <a:srgbClr val="434343"/>
                </a:solidFill>
              </a:defRPr>
            </a:lvl3pPr>
            <a:lvl4pPr lvl="3" rtl="0" algn="ctr">
              <a:spcBef>
                <a:spcPts val="0"/>
              </a:spcBef>
              <a:spcAft>
                <a:spcPts val="0"/>
              </a:spcAft>
              <a:buClr>
                <a:srgbClr val="434343"/>
              </a:buClr>
              <a:buSzPts val="1400"/>
              <a:buNone/>
              <a:defRPr sz="1400">
                <a:solidFill>
                  <a:srgbClr val="434343"/>
                </a:solidFill>
              </a:defRPr>
            </a:lvl4pPr>
            <a:lvl5pPr lvl="4" rtl="0" algn="ctr">
              <a:spcBef>
                <a:spcPts val="0"/>
              </a:spcBef>
              <a:spcAft>
                <a:spcPts val="0"/>
              </a:spcAft>
              <a:buClr>
                <a:srgbClr val="434343"/>
              </a:buClr>
              <a:buSzPts val="1400"/>
              <a:buNone/>
              <a:defRPr sz="1400">
                <a:solidFill>
                  <a:srgbClr val="434343"/>
                </a:solidFill>
              </a:defRPr>
            </a:lvl5pPr>
            <a:lvl6pPr lvl="5" rtl="0" algn="ctr">
              <a:spcBef>
                <a:spcPts val="0"/>
              </a:spcBef>
              <a:spcAft>
                <a:spcPts val="0"/>
              </a:spcAft>
              <a:buClr>
                <a:srgbClr val="434343"/>
              </a:buClr>
              <a:buSzPts val="1400"/>
              <a:buNone/>
              <a:defRPr sz="1400">
                <a:solidFill>
                  <a:srgbClr val="434343"/>
                </a:solidFill>
              </a:defRPr>
            </a:lvl6pPr>
            <a:lvl7pPr lvl="6" rtl="0" algn="ctr">
              <a:spcBef>
                <a:spcPts val="0"/>
              </a:spcBef>
              <a:spcAft>
                <a:spcPts val="0"/>
              </a:spcAft>
              <a:buClr>
                <a:srgbClr val="434343"/>
              </a:buClr>
              <a:buSzPts val="1400"/>
              <a:buNone/>
              <a:defRPr sz="1400">
                <a:solidFill>
                  <a:srgbClr val="434343"/>
                </a:solidFill>
              </a:defRPr>
            </a:lvl7pPr>
            <a:lvl8pPr lvl="7" rtl="0" algn="ctr">
              <a:spcBef>
                <a:spcPts val="0"/>
              </a:spcBef>
              <a:spcAft>
                <a:spcPts val="0"/>
              </a:spcAft>
              <a:buClr>
                <a:srgbClr val="434343"/>
              </a:buClr>
              <a:buSzPts val="1400"/>
              <a:buNone/>
              <a:defRPr sz="1400">
                <a:solidFill>
                  <a:srgbClr val="434343"/>
                </a:solidFill>
              </a:defRPr>
            </a:lvl8pPr>
            <a:lvl9pPr lvl="8" rtl="0" algn="ctr">
              <a:spcBef>
                <a:spcPts val="0"/>
              </a:spcBef>
              <a:spcAft>
                <a:spcPts val="0"/>
              </a:spcAft>
              <a:buClr>
                <a:srgbClr val="434343"/>
              </a:buClr>
              <a:buSzPts val="1400"/>
              <a:buNone/>
              <a:defRPr sz="1400">
                <a:solidFill>
                  <a:srgbClr val="434343"/>
                </a:solidFill>
              </a:defRPr>
            </a:lvl9pPr>
          </a:lstStyle>
          <a:p/>
        </p:txBody>
      </p:sp>
      <p:sp>
        <p:nvSpPr>
          <p:cNvPr id="88" name="Google Shape;88;p16"/>
          <p:cNvSpPr txBox="1"/>
          <p:nvPr>
            <p:ph idx="5" type="subTitle"/>
          </p:nvPr>
        </p:nvSpPr>
        <p:spPr>
          <a:xfrm flipH="1">
            <a:off x="2266608" y="2792175"/>
            <a:ext cx="2114700" cy="87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89" name="Google Shape;89;p16"/>
          <p:cNvSpPr txBox="1"/>
          <p:nvPr>
            <p:ph idx="6" type="ctrTitle"/>
          </p:nvPr>
        </p:nvSpPr>
        <p:spPr>
          <a:xfrm flipH="1">
            <a:off x="5039747" y="2410346"/>
            <a:ext cx="1560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a:solidFill>
                  <a:schemeClr val="accent1"/>
                </a:solidFill>
              </a:defRPr>
            </a:lvl1pPr>
            <a:lvl2pPr lvl="1" rtl="0" algn="ctr">
              <a:spcBef>
                <a:spcPts val="0"/>
              </a:spcBef>
              <a:spcAft>
                <a:spcPts val="0"/>
              </a:spcAft>
              <a:buClr>
                <a:srgbClr val="434343"/>
              </a:buClr>
              <a:buSzPts val="1400"/>
              <a:buNone/>
              <a:defRPr sz="1400">
                <a:solidFill>
                  <a:srgbClr val="434343"/>
                </a:solidFill>
              </a:defRPr>
            </a:lvl2pPr>
            <a:lvl3pPr lvl="2" rtl="0" algn="ctr">
              <a:spcBef>
                <a:spcPts val="0"/>
              </a:spcBef>
              <a:spcAft>
                <a:spcPts val="0"/>
              </a:spcAft>
              <a:buClr>
                <a:srgbClr val="434343"/>
              </a:buClr>
              <a:buSzPts val="1400"/>
              <a:buNone/>
              <a:defRPr sz="1400">
                <a:solidFill>
                  <a:srgbClr val="434343"/>
                </a:solidFill>
              </a:defRPr>
            </a:lvl3pPr>
            <a:lvl4pPr lvl="3" rtl="0" algn="ctr">
              <a:spcBef>
                <a:spcPts val="0"/>
              </a:spcBef>
              <a:spcAft>
                <a:spcPts val="0"/>
              </a:spcAft>
              <a:buClr>
                <a:srgbClr val="434343"/>
              </a:buClr>
              <a:buSzPts val="1400"/>
              <a:buNone/>
              <a:defRPr sz="1400">
                <a:solidFill>
                  <a:srgbClr val="434343"/>
                </a:solidFill>
              </a:defRPr>
            </a:lvl4pPr>
            <a:lvl5pPr lvl="4" rtl="0" algn="ctr">
              <a:spcBef>
                <a:spcPts val="0"/>
              </a:spcBef>
              <a:spcAft>
                <a:spcPts val="0"/>
              </a:spcAft>
              <a:buClr>
                <a:srgbClr val="434343"/>
              </a:buClr>
              <a:buSzPts val="1400"/>
              <a:buNone/>
              <a:defRPr sz="1400">
                <a:solidFill>
                  <a:srgbClr val="434343"/>
                </a:solidFill>
              </a:defRPr>
            </a:lvl5pPr>
            <a:lvl6pPr lvl="5" rtl="0" algn="ctr">
              <a:spcBef>
                <a:spcPts val="0"/>
              </a:spcBef>
              <a:spcAft>
                <a:spcPts val="0"/>
              </a:spcAft>
              <a:buClr>
                <a:srgbClr val="434343"/>
              </a:buClr>
              <a:buSzPts val="1400"/>
              <a:buNone/>
              <a:defRPr sz="1400">
                <a:solidFill>
                  <a:srgbClr val="434343"/>
                </a:solidFill>
              </a:defRPr>
            </a:lvl6pPr>
            <a:lvl7pPr lvl="6" rtl="0" algn="ctr">
              <a:spcBef>
                <a:spcPts val="0"/>
              </a:spcBef>
              <a:spcAft>
                <a:spcPts val="0"/>
              </a:spcAft>
              <a:buClr>
                <a:srgbClr val="434343"/>
              </a:buClr>
              <a:buSzPts val="1400"/>
              <a:buNone/>
              <a:defRPr sz="1400">
                <a:solidFill>
                  <a:srgbClr val="434343"/>
                </a:solidFill>
              </a:defRPr>
            </a:lvl7pPr>
            <a:lvl8pPr lvl="7" rtl="0" algn="ctr">
              <a:spcBef>
                <a:spcPts val="0"/>
              </a:spcBef>
              <a:spcAft>
                <a:spcPts val="0"/>
              </a:spcAft>
              <a:buClr>
                <a:srgbClr val="434343"/>
              </a:buClr>
              <a:buSzPts val="1400"/>
              <a:buNone/>
              <a:defRPr sz="1400">
                <a:solidFill>
                  <a:srgbClr val="434343"/>
                </a:solidFill>
              </a:defRPr>
            </a:lvl8pPr>
            <a:lvl9pPr lvl="8" rtl="0" algn="ctr">
              <a:spcBef>
                <a:spcPts val="0"/>
              </a:spcBef>
              <a:spcAft>
                <a:spcPts val="0"/>
              </a:spcAft>
              <a:buClr>
                <a:srgbClr val="434343"/>
              </a:buClr>
              <a:buSzPts val="1400"/>
              <a:buNone/>
              <a:defRPr sz="1400">
                <a:solidFill>
                  <a:srgbClr val="434343"/>
                </a:solidFill>
              </a:defRPr>
            </a:lvl9pPr>
          </a:lstStyle>
          <a:p/>
        </p:txBody>
      </p:sp>
      <p:sp>
        <p:nvSpPr>
          <p:cNvPr id="90" name="Google Shape;90;p16"/>
          <p:cNvSpPr txBox="1"/>
          <p:nvPr>
            <p:ph idx="7" type="subTitle"/>
          </p:nvPr>
        </p:nvSpPr>
        <p:spPr>
          <a:xfrm flipH="1">
            <a:off x="4762697" y="2793356"/>
            <a:ext cx="2114700" cy="87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91" name="Google Shape;91;p16"/>
          <p:cNvSpPr txBox="1"/>
          <p:nvPr>
            <p:ph idx="8" type="ctrTitle"/>
          </p:nvPr>
        </p:nvSpPr>
        <p:spPr>
          <a:xfrm flipH="1">
            <a:off x="5039747" y="3575283"/>
            <a:ext cx="1560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a:solidFill>
                  <a:schemeClr val="accent1"/>
                </a:solidFill>
              </a:defRPr>
            </a:lvl1pPr>
            <a:lvl2pPr lvl="1" rtl="0" algn="ctr">
              <a:spcBef>
                <a:spcPts val="0"/>
              </a:spcBef>
              <a:spcAft>
                <a:spcPts val="0"/>
              </a:spcAft>
              <a:buClr>
                <a:srgbClr val="434343"/>
              </a:buClr>
              <a:buSzPts val="1400"/>
              <a:buNone/>
              <a:defRPr sz="1400">
                <a:solidFill>
                  <a:srgbClr val="434343"/>
                </a:solidFill>
              </a:defRPr>
            </a:lvl2pPr>
            <a:lvl3pPr lvl="2" rtl="0" algn="ctr">
              <a:spcBef>
                <a:spcPts val="0"/>
              </a:spcBef>
              <a:spcAft>
                <a:spcPts val="0"/>
              </a:spcAft>
              <a:buClr>
                <a:srgbClr val="434343"/>
              </a:buClr>
              <a:buSzPts val="1400"/>
              <a:buNone/>
              <a:defRPr sz="1400">
                <a:solidFill>
                  <a:srgbClr val="434343"/>
                </a:solidFill>
              </a:defRPr>
            </a:lvl3pPr>
            <a:lvl4pPr lvl="3" rtl="0" algn="ctr">
              <a:spcBef>
                <a:spcPts val="0"/>
              </a:spcBef>
              <a:spcAft>
                <a:spcPts val="0"/>
              </a:spcAft>
              <a:buClr>
                <a:srgbClr val="434343"/>
              </a:buClr>
              <a:buSzPts val="1400"/>
              <a:buNone/>
              <a:defRPr sz="1400">
                <a:solidFill>
                  <a:srgbClr val="434343"/>
                </a:solidFill>
              </a:defRPr>
            </a:lvl4pPr>
            <a:lvl5pPr lvl="4" rtl="0" algn="ctr">
              <a:spcBef>
                <a:spcPts val="0"/>
              </a:spcBef>
              <a:spcAft>
                <a:spcPts val="0"/>
              </a:spcAft>
              <a:buClr>
                <a:srgbClr val="434343"/>
              </a:buClr>
              <a:buSzPts val="1400"/>
              <a:buNone/>
              <a:defRPr sz="1400">
                <a:solidFill>
                  <a:srgbClr val="434343"/>
                </a:solidFill>
              </a:defRPr>
            </a:lvl5pPr>
            <a:lvl6pPr lvl="5" rtl="0" algn="ctr">
              <a:spcBef>
                <a:spcPts val="0"/>
              </a:spcBef>
              <a:spcAft>
                <a:spcPts val="0"/>
              </a:spcAft>
              <a:buClr>
                <a:srgbClr val="434343"/>
              </a:buClr>
              <a:buSzPts val="1400"/>
              <a:buNone/>
              <a:defRPr sz="1400">
                <a:solidFill>
                  <a:srgbClr val="434343"/>
                </a:solidFill>
              </a:defRPr>
            </a:lvl6pPr>
            <a:lvl7pPr lvl="6" rtl="0" algn="ctr">
              <a:spcBef>
                <a:spcPts val="0"/>
              </a:spcBef>
              <a:spcAft>
                <a:spcPts val="0"/>
              </a:spcAft>
              <a:buClr>
                <a:srgbClr val="434343"/>
              </a:buClr>
              <a:buSzPts val="1400"/>
              <a:buNone/>
              <a:defRPr sz="1400">
                <a:solidFill>
                  <a:srgbClr val="434343"/>
                </a:solidFill>
              </a:defRPr>
            </a:lvl7pPr>
            <a:lvl8pPr lvl="7" rtl="0" algn="ctr">
              <a:spcBef>
                <a:spcPts val="0"/>
              </a:spcBef>
              <a:spcAft>
                <a:spcPts val="0"/>
              </a:spcAft>
              <a:buClr>
                <a:srgbClr val="434343"/>
              </a:buClr>
              <a:buSzPts val="1400"/>
              <a:buNone/>
              <a:defRPr sz="1400">
                <a:solidFill>
                  <a:srgbClr val="434343"/>
                </a:solidFill>
              </a:defRPr>
            </a:lvl8pPr>
            <a:lvl9pPr lvl="8" rtl="0" algn="ctr">
              <a:spcBef>
                <a:spcPts val="0"/>
              </a:spcBef>
              <a:spcAft>
                <a:spcPts val="0"/>
              </a:spcAft>
              <a:buClr>
                <a:srgbClr val="434343"/>
              </a:buClr>
              <a:buSzPts val="1400"/>
              <a:buNone/>
              <a:defRPr sz="1400">
                <a:solidFill>
                  <a:srgbClr val="434343"/>
                </a:solidFill>
              </a:defRPr>
            </a:lvl9pPr>
          </a:lstStyle>
          <a:p/>
        </p:txBody>
      </p:sp>
      <p:sp>
        <p:nvSpPr>
          <p:cNvPr id="92" name="Google Shape;92;p16"/>
          <p:cNvSpPr txBox="1"/>
          <p:nvPr>
            <p:ph idx="9" type="subTitle"/>
          </p:nvPr>
        </p:nvSpPr>
        <p:spPr>
          <a:xfrm flipH="1">
            <a:off x="4762697" y="3958293"/>
            <a:ext cx="2114700" cy="87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93" name="Google Shape;93;p16"/>
          <p:cNvSpPr txBox="1"/>
          <p:nvPr>
            <p:ph idx="13" type="ctrTitle"/>
          </p:nvPr>
        </p:nvSpPr>
        <p:spPr>
          <a:xfrm flipH="1">
            <a:off x="5039747" y="1245955"/>
            <a:ext cx="15606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a:solidFill>
                  <a:schemeClr val="accent1"/>
                </a:solidFill>
              </a:defRPr>
            </a:lvl1pPr>
            <a:lvl2pPr lvl="1" rtl="0" algn="ctr">
              <a:spcBef>
                <a:spcPts val="0"/>
              </a:spcBef>
              <a:spcAft>
                <a:spcPts val="0"/>
              </a:spcAft>
              <a:buClr>
                <a:srgbClr val="434343"/>
              </a:buClr>
              <a:buSzPts val="1400"/>
              <a:buNone/>
              <a:defRPr sz="1400">
                <a:solidFill>
                  <a:srgbClr val="434343"/>
                </a:solidFill>
              </a:defRPr>
            </a:lvl2pPr>
            <a:lvl3pPr lvl="2" rtl="0" algn="ctr">
              <a:spcBef>
                <a:spcPts val="0"/>
              </a:spcBef>
              <a:spcAft>
                <a:spcPts val="0"/>
              </a:spcAft>
              <a:buClr>
                <a:srgbClr val="434343"/>
              </a:buClr>
              <a:buSzPts val="1400"/>
              <a:buNone/>
              <a:defRPr sz="1400">
                <a:solidFill>
                  <a:srgbClr val="434343"/>
                </a:solidFill>
              </a:defRPr>
            </a:lvl3pPr>
            <a:lvl4pPr lvl="3" rtl="0" algn="ctr">
              <a:spcBef>
                <a:spcPts val="0"/>
              </a:spcBef>
              <a:spcAft>
                <a:spcPts val="0"/>
              </a:spcAft>
              <a:buClr>
                <a:srgbClr val="434343"/>
              </a:buClr>
              <a:buSzPts val="1400"/>
              <a:buNone/>
              <a:defRPr sz="1400">
                <a:solidFill>
                  <a:srgbClr val="434343"/>
                </a:solidFill>
              </a:defRPr>
            </a:lvl4pPr>
            <a:lvl5pPr lvl="4" rtl="0" algn="ctr">
              <a:spcBef>
                <a:spcPts val="0"/>
              </a:spcBef>
              <a:spcAft>
                <a:spcPts val="0"/>
              </a:spcAft>
              <a:buClr>
                <a:srgbClr val="434343"/>
              </a:buClr>
              <a:buSzPts val="1400"/>
              <a:buNone/>
              <a:defRPr sz="1400">
                <a:solidFill>
                  <a:srgbClr val="434343"/>
                </a:solidFill>
              </a:defRPr>
            </a:lvl5pPr>
            <a:lvl6pPr lvl="5" rtl="0" algn="ctr">
              <a:spcBef>
                <a:spcPts val="0"/>
              </a:spcBef>
              <a:spcAft>
                <a:spcPts val="0"/>
              </a:spcAft>
              <a:buClr>
                <a:srgbClr val="434343"/>
              </a:buClr>
              <a:buSzPts val="1400"/>
              <a:buNone/>
              <a:defRPr sz="1400">
                <a:solidFill>
                  <a:srgbClr val="434343"/>
                </a:solidFill>
              </a:defRPr>
            </a:lvl6pPr>
            <a:lvl7pPr lvl="6" rtl="0" algn="ctr">
              <a:spcBef>
                <a:spcPts val="0"/>
              </a:spcBef>
              <a:spcAft>
                <a:spcPts val="0"/>
              </a:spcAft>
              <a:buClr>
                <a:srgbClr val="434343"/>
              </a:buClr>
              <a:buSzPts val="1400"/>
              <a:buNone/>
              <a:defRPr sz="1400">
                <a:solidFill>
                  <a:srgbClr val="434343"/>
                </a:solidFill>
              </a:defRPr>
            </a:lvl7pPr>
            <a:lvl8pPr lvl="7" rtl="0" algn="ctr">
              <a:spcBef>
                <a:spcPts val="0"/>
              </a:spcBef>
              <a:spcAft>
                <a:spcPts val="0"/>
              </a:spcAft>
              <a:buClr>
                <a:srgbClr val="434343"/>
              </a:buClr>
              <a:buSzPts val="1400"/>
              <a:buNone/>
              <a:defRPr sz="1400">
                <a:solidFill>
                  <a:srgbClr val="434343"/>
                </a:solidFill>
              </a:defRPr>
            </a:lvl8pPr>
            <a:lvl9pPr lvl="8" rtl="0" algn="ctr">
              <a:spcBef>
                <a:spcPts val="0"/>
              </a:spcBef>
              <a:spcAft>
                <a:spcPts val="0"/>
              </a:spcAft>
              <a:buClr>
                <a:srgbClr val="434343"/>
              </a:buClr>
              <a:buSzPts val="1400"/>
              <a:buNone/>
              <a:defRPr sz="1400">
                <a:solidFill>
                  <a:srgbClr val="434343"/>
                </a:solidFill>
              </a:defRPr>
            </a:lvl9pPr>
          </a:lstStyle>
          <a:p/>
        </p:txBody>
      </p:sp>
      <p:sp>
        <p:nvSpPr>
          <p:cNvPr id="94" name="Google Shape;94;p16"/>
          <p:cNvSpPr txBox="1"/>
          <p:nvPr>
            <p:ph idx="14" type="subTitle"/>
          </p:nvPr>
        </p:nvSpPr>
        <p:spPr>
          <a:xfrm flipH="1">
            <a:off x="4762697" y="1627785"/>
            <a:ext cx="2114700" cy="87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sz="1200"/>
            </a:lvl2pPr>
            <a:lvl3pPr lvl="2" rtl="0" algn="ctr">
              <a:lnSpc>
                <a:spcPct val="100000"/>
              </a:lnSpc>
              <a:spcBef>
                <a:spcPts val="0"/>
              </a:spcBef>
              <a:spcAft>
                <a:spcPts val="0"/>
              </a:spcAft>
              <a:buSzPts val="1200"/>
              <a:buNone/>
              <a:defRPr sz="1200"/>
            </a:lvl3pPr>
            <a:lvl4pPr lvl="3" rtl="0" algn="ctr">
              <a:lnSpc>
                <a:spcPct val="100000"/>
              </a:lnSpc>
              <a:spcBef>
                <a:spcPts val="0"/>
              </a:spcBef>
              <a:spcAft>
                <a:spcPts val="0"/>
              </a:spcAft>
              <a:buSzPts val="1200"/>
              <a:buNone/>
              <a:defRPr sz="1200"/>
            </a:lvl4pPr>
            <a:lvl5pPr lvl="4" rtl="0" algn="ctr">
              <a:lnSpc>
                <a:spcPct val="100000"/>
              </a:lnSpc>
              <a:spcBef>
                <a:spcPts val="0"/>
              </a:spcBef>
              <a:spcAft>
                <a:spcPts val="0"/>
              </a:spcAft>
              <a:buSzPts val="1200"/>
              <a:buNone/>
              <a:defRPr sz="1200"/>
            </a:lvl5pPr>
            <a:lvl6pPr lvl="5" rtl="0" algn="ctr">
              <a:lnSpc>
                <a:spcPct val="100000"/>
              </a:lnSpc>
              <a:spcBef>
                <a:spcPts val="0"/>
              </a:spcBef>
              <a:spcAft>
                <a:spcPts val="0"/>
              </a:spcAft>
              <a:buSzPts val="1200"/>
              <a:buNone/>
              <a:defRPr sz="1200"/>
            </a:lvl6pPr>
            <a:lvl7pPr lvl="6" rtl="0" algn="ctr">
              <a:lnSpc>
                <a:spcPct val="100000"/>
              </a:lnSpc>
              <a:spcBef>
                <a:spcPts val="0"/>
              </a:spcBef>
              <a:spcAft>
                <a:spcPts val="0"/>
              </a:spcAft>
              <a:buSzPts val="1200"/>
              <a:buNone/>
              <a:defRPr sz="1200"/>
            </a:lvl7pPr>
            <a:lvl8pPr lvl="7" rtl="0" algn="ctr">
              <a:lnSpc>
                <a:spcPct val="100000"/>
              </a:lnSpc>
              <a:spcBef>
                <a:spcPts val="0"/>
              </a:spcBef>
              <a:spcAft>
                <a:spcPts val="0"/>
              </a:spcAft>
              <a:buSzPts val="1200"/>
              <a:buNone/>
              <a:defRPr sz="1200"/>
            </a:lvl8pPr>
            <a:lvl9pPr lvl="8" rtl="0" algn="ctr">
              <a:lnSpc>
                <a:spcPct val="100000"/>
              </a:lnSpc>
              <a:spcBef>
                <a:spcPts val="0"/>
              </a:spcBef>
              <a:spcAft>
                <a:spcPts val="0"/>
              </a:spcAft>
              <a:buSzPts val="1200"/>
              <a:buNone/>
              <a:defRPr sz="1200"/>
            </a:lvl9pPr>
          </a:lstStyle>
          <a:p/>
        </p:txBody>
      </p:sp>
      <p:sp>
        <p:nvSpPr>
          <p:cNvPr id="95" name="Google Shape;95;p16"/>
          <p:cNvSpPr txBox="1"/>
          <p:nvPr>
            <p:ph idx="15" type="title"/>
          </p:nvPr>
        </p:nvSpPr>
        <p:spPr>
          <a:xfrm>
            <a:off x="2421000" y="283608"/>
            <a:ext cx="4302000" cy="630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3600"/>
            </a:lvl1pPr>
            <a:lvl2pPr lvl="1" rtl="0" algn="ctr">
              <a:spcBef>
                <a:spcPts val="0"/>
              </a:spcBef>
              <a:spcAft>
                <a:spcPts val="0"/>
              </a:spcAft>
              <a:buNone/>
              <a:defRPr sz="3600">
                <a:solidFill>
                  <a:schemeClr val="accent2"/>
                </a:solidFill>
              </a:defRPr>
            </a:lvl2pPr>
            <a:lvl3pPr lvl="2" rtl="0" algn="ctr">
              <a:spcBef>
                <a:spcPts val="0"/>
              </a:spcBef>
              <a:spcAft>
                <a:spcPts val="0"/>
              </a:spcAft>
              <a:buNone/>
              <a:defRPr sz="3600">
                <a:solidFill>
                  <a:schemeClr val="accent2"/>
                </a:solidFill>
              </a:defRPr>
            </a:lvl3pPr>
            <a:lvl4pPr lvl="3" rtl="0" algn="ctr">
              <a:spcBef>
                <a:spcPts val="0"/>
              </a:spcBef>
              <a:spcAft>
                <a:spcPts val="0"/>
              </a:spcAft>
              <a:buNone/>
              <a:defRPr sz="3600">
                <a:solidFill>
                  <a:schemeClr val="accent2"/>
                </a:solidFill>
              </a:defRPr>
            </a:lvl4pPr>
            <a:lvl5pPr lvl="4" rtl="0" algn="ctr">
              <a:spcBef>
                <a:spcPts val="0"/>
              </a:spcBef>
              <a:spcAft>
                <a:spcPts val="0"/>
              </a:spcAft>
              <a:buNone/>
              <a:defRPr sz="3600">
                <a:solidFill>
                  <a:schemeClr val="accent2"/>
                </a:solidFill>
              </a:defRPr>
            </a:lvl5pPr>
            <a:lvl6pPr lvl="5" rtl="0" algn="ctr">
              <a:spcBef>
                <a:spcPts val="0"/>
              </a:spcBef>
              <a:spcAft>
                <a:spcPts val="0"/>
              </a:spcAft>
              <a:buNone/>
              <a:defRPr sz="3600">
                <a:solidFill>
                  <a:schemeClr val="accent2"/>
                </a:solidFill>
              </a:defRPr>
            </a:lvl6pPr>
            <a:lvl7pPr lvl="6" rtl="0" algn="ctr">
              <a:spcBef>
                <a:spcPts val="0"/>
              </a:spcBef>
              <a:spcAft>
                <a:spcPts val="0"/>
              </a:spcAft>
              <a:buNone/>
              <a:defRPr sz="3600">
                <a:solidFill>
                  <a:schemeClr val="accent2"/>
                </a:solidFill>
              </a:defRPr>
            </a:lvl7pPr>
            <a:lvl8pPr lvl="7" rtl="0" algn="ctr">
              <a:spcBef>
                <a:spcPts val="0"/>
              </a:spcBef>
              <a:spcAft>
                <a:spcPts val="0"/>
              </a:spcAft>
              <a:buNone/>
              <a:defRPr sz="3600">
                <a:solidFill>
                  <a:schemeClr val="accent2"/>
                </a:solidFill>
              </a:defRPr>
            </a:lvl8pPr>
            <a:lvl9pPr lvl="8" rtl="0"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6">
    <p:bg>
      <p:bgPr>
        <a:blipFill>
          <a:blip r:embed="rId2">
            <a:alphaModFix/>
          </a:blip>
          <a:stretch>
            <a:fillRect/>
          </a:stretch>
        </a:blipFill>
      </p:bgPr>
    </p:bg>
    <p:spTree>
      <p:nvGrpSpPr>
        <p:cNvPr id="96" name="Shape 96"/>
        <p:cNvGrpSpPr/>
        <p:nvPr/>
      </p:nvGrpSpPr>
      <p:grpSpPr>
        <a:xfrm>
          <a:off x="0" y="0"/>
          <a:ext cx="0" cy="0"/>
          <a:chOff x="0" y="0"/>
          <a:chExt cx="0" cy="0"/>
        </a:xfrm>
      </p:grpSpPr>
      <p:sp>
        <p:nvSpPr>
          <p:cNvPr id="97" name="Google Shape;97;p17"/>
          <p:cNvSpPr txBox="1"/>
          <p:nvPr>
            <p:ph type="ctrTitle"/>
          </p:nvPr>
        </p:nvSpPr>
        <p:spPr>
          <a:xfrm flipH="1">
            <a:off x="612075" y="1881706"/>
            <a:ext cx="4182900" cy="1123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6000">
                <a:solidFill>
                  <a:schemeClr val="accent1"/>
                </a:solidFill>
              </a:defRPr>
            </a:lvl1pPr>
            <a:lvl2pPr lvl="1" rtl="0">
              <a:spcBef>
                <a:spcPts val="0"/>
              </a:spcBef>
              <a:spcAft>
                <a:spcPts val="0"/>
              </a:spcAft>
              <a:buClr>
                <a:srgbClr val="434343"/>
              </a:buClr>
              <a:buSzPts val="1800"/>
              <a:buNone/>
              <a:defRPr sz="1800">
                <a:solidFill>
                  <a:srgbClr val="434343"/>
                </a:solidFill>
              </a:defRPr>
            </a:lvl2pPr>
            <a:lvl3pPr lvl="2" rtl="0">
              <a:spcBef>
                <a:spcPts val="0"/>
              </a:spcBef>
              <a:spcAft>
                <a:spcPts val="0"/>
              </a:spcAft>
              <a:buClr>
                <a:srgbClr val="434343"/>
              </a:buClr>
              <a:buSzPts val="1800"/>
              <a:buNone/>
              <a:defRPr sz="1800">
                <a:solidFill>
                  <a:srgbClr val="434343"/>
                </a:solidFill>
              </a:defRPr>
            </a:lvl3pPr>
            <a:lvl4pPr lvl="3" rtl="0">
              <a:spcBef>
                <a:spcPts val="0"/>
              </a:spcBef>
              <a:spcAft>
                <a:spcPts val="0"/>
              </a:spcAft>
              <a:buClr>
                <a:srgbClr val="434343"/>
              </a:buClr>
              <a:buSzPts val="1800"/>
              <a:buNone/>
              <a:defRPr sz="1800">
                <a:solidFill>
                  <a:srgbClr val="434343"/>
                </a:solidFill>
              </a:defRPr>
            </a:lvl4pPr>
            <a:lvl5pPr lvl="4" rtl="0">
              <a:spcBef>
                <a:spcPts val="0"/>
              </a:spcBef>
              <a:spcAft>
                <a:spcPts val="0"/>
              </a:spcAft>
              <a:buClr>
                <a:srgbClr val="434343"/>
              </a:buClr>
              <a:buSzPts val="1800"/>
              <a:buNone/>
              <a:defRPr sz="1800">
                <a:solidFill>
                  <a:srgbClr val="434343"/>
                </a:solidFill>
              </a:defRPr>
            </a:lvl5pPr>
            <a:lvl6pPr lvl="5" rtl="0">
              <a:spcBef>
                <a:spcPts val="0"/>
              </a:spcBef>
              <a:spcAft>
                <a:spcPts val="0"/>
              </a:spcAft>
              <a:buClr>
                <a:srgbClr val="434343"/>
              </a:buClr>
              <a:buSzPts val="1800"/>
              <a:buNone/>
              <a:defRPr sz="1800">
                <a:solidFill>
                  <a:srgbClr val="434343"/>
                </a:solidFill>
              </a:defRPr>
            </a:lvl6pPr>
            <a:lvl7pPr lvl="6" rtl="0">
              <a:spcBef>
                <a:spcPts val="0"/>
              </a:spcBef>
              <a:spcAft>
                <a:spcPts val="0"/>
              </a:spcAft>
              <a:buClr>
                <a:srgbClr val="434343"/>
              </a:buClr>
              <a:buSzPts val="1800"/>
              <a:buNone/>
              <a:defRPr sz="1800">
                <a:solidFill>
                  <a:srgbClr val="434343"/>
                </a:solidFill>
              </a:defRPr>
            </a:lvl7pPr>
            <a:lvl8pPr lvl="7" rtl="0">
              <a:spcBef>
                <a:spcPts val="0"/>
              </a:spcBef>
              <a:spcAft>
                <a:spcPts val="0"/>
              </a:spcAft>
              <a:buClr>
                <a:srgbClr val="434343"/>
              </a:buClr>
              <a:buSzPts val="1800"/>
              <a:buNone/>
              <a:defRPr sz="1800">
                <a:solidFill>
                  <a:srgbClr val="434343"/>
                </a:solidFill>
              </a:defRPr>
            </a:lvl8pPr>
            <a:lvl9pPr lvl="8" rtl="0">
              <a:spcBef>
                <a:spcPts val="0"/>
              </a:spcBef>
              <a:spcAft>
                <a:spcPts val="0"/>
              </a:spcAft>
              <a:buClr>
                <a:srgbClr val="434343"/>
              </a:buClr>
              <a:buSzPts val="1800"/>
              <a:buNone/>
              <a:defRPr sz="1800">
                <a:solidFill>
                  <a:srgbClr val="434343"/>
                </a:solidFill>
              </a:defRPr>
            </a:lvl9pPr>
          </a:lstStyle>
          <a:p/>
        </p:txBody>
      </p:sp>
      <p:sp>
        <p:nvSpPr>
          <p:cNvPr id="98" name="Google Shape;98;p17"/>
          <p:cNvSpPr txBox="1"/>
          <p:nvPr>
            <p:ph idx="1" type="subTitle"/>
          </p:nvPr>
        </p:nvSpPr>
        <p:spPr>
          <a:xfrm flipH="1">
            <a:off x="612075" y="2837144"/>
            <a:ext cx="2559900" cy="57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99" name="Google Shape;99;p17"/>
          <p:cNvSpPr txBox="1"/>
          <p:nvPr>
            <p:ph hasCustomPrompt="1" idx="2" type="title"/>
          </p:nvPr>
        </p:nvSpPr>
        <p:spPr>
          <a:xfrm flipH="1">
            <a:off x="4880701" y="2478400"/>
            <a:ext cx="13119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5500"/>
              <a:buNone/>
              <a:defRPr sz="7200">
                <a:solidFill>
                  <a:schemeClr val="lt1"/>
                </a:solidFill>
              </a:defRPr>
            </a:lvl1pPr>
            <a:lvl2pPr lvl="1"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6_1">
    <p:bg>
      <p:bgPr>
        <a:blipFill>
          <a:blip r:embed="rId2">
            <a:alphaModFix/>
          </a:blip>
          <a:stretch>
            <a:fillRect/>
          </a:stretch>
        </a:blipFill>
      </p:bgPr>
    </p:bg>
    <p:spTree>
      <p:nvGrpSpPr>
        <p:cNvPr id="100" name="Shape 100"/>
        <p:cNvGrpSpPr/>
        <p:nvPr/>
      </p:nvGrpSpPr>
      <p:grpSpPr>
        <a:xfrm>
          <a:off x="0" y="0"/>
          <a:ext cx="0" cy="0"/>
          <a:chOff x="0" y="0"/>
          <a:chExt cx="0" cy="0"/>
        </a:xfrm>
      </p:grpSpPr>
      <p:sp>
        <p:nvSpPr>
          <p:cNvPr id="101" name="Google Shape;101;p18"/>
          <p:cNvSpPr txBox="1"/>
          <p:nvPr>
            <p:ph type="ctrTitle"/>
          </p:nvPr>
        </p:nvSpPr>
        <p:spPr>
          <a:xfrm>
            <a:off x="619650" y="2247705"/>
            <a:ext cx="2559900" cy="757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6000">
                <a:solidFill>
                  <a:schemeClr val="accen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2" name="Google Shape;102;p18"/>
          <p:cNvSpPr txBox="1"/>
          <p:nvPr>
            <p:ph idx="1" type="subTitle"/>
          </p:nvPr>
        </p:nvSpPr>
        <p:spPr>
          <a:xfrm>
            <a:off x="619650" y="2837337"/>
            <a:ext cx="2559900" cy="57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03" name="Google Shape;103;p18"/>
          <p:cNvSpPr txBox="1"/>
          <p:nvPr>
            <p:ph hasCustomPrompt="1" idx="2" type="title"/>
          </p:nvPr>
        </p:nvSpPr>
        <p:spPr>
          <a:xfrm>
            <a:off x="4145650" y="2884438"/>
            <a:ext cx="22407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5500"/>
              <a:buNone/>
              <a:defRPr sz="7200">
                <a:solidFill>
                  <a:schemeClr val="lt1"/>
                </a:solidFill>
              </a:defRPr>
            </a:lvl1pPr>
            <a:lvl2pPr lvl="1"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6_1_1">
    <p:bg>
      <p:bgPr>
        <a:blipFill>
          <a:blip r:embed="rId2">
            <a:alphaModFix/>
          </a:blip>
          <a:stretch>
            <a:fillRect/>
          </a:stretch>
        </a:blipFill>
      </p:bgPr>
    </p:bg>
    <p:spTree>
      <p:nvGrpSpPr>
        <p:cNvPr id="104" name="Shape 104"/>
        <p:cNvGrpSpPr/>
        <p:nvPr/>
      </p:nvGrpSpPr>
      <p:grpSpPr>
        <a:xfrm>
          <a:off x="0" y="0"/>
          <a:ext cx="0" cy="0"/>
          <a:chOff x="0" y="0"/>
          <a:chExt cx="0" cy="0"/>
        </a:xfrm>
      </p:grpSpPr>
      <p:sp>
        <p:nvSpPr>
          <p:cNvPr id="105" name="Google Shape;105;p19"/>
          <p:cNvSpPr txBox="1"/>
          <p:nvPr>
            <p:ph type="ctrTitle"/>
          </p:nvPr>
        </p:nvSpPr>
        <p:spPr>
          <a:xfrm flipH="1">
            <a:off x="2726850" y="2897239"/>
            <a:ext cx="3690300" cy="45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6000">
                <a:solidFill>
                  <a:schemeClr val="accent1"/>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06" name="Google Shape;106;p19"/>
          <p:cNvSpPr txBox="1"/>
          <p:nvPr>
            <p:ph idx="1" type="subTitle"/>
          </p:nvPr>
        </p:nvSpPr>
        <p:spPr>
          <a:xfrm flipH="1">
            <a:off x="3292050" y="3488360"/>
            <a:ext cx="2559900" cy="57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p:txBody>
      </p:sp>
      <p:sp>
        <p:nvSpPr>
          <p:cNvPr id="107" name="Google Shape;107;p19"/>
          <p:cNvSpPr txBox="1"/>
          <p:nvPr>
            <p:ph hasCustomPrompt="1" idx="2" type="title"/>
          </p:nvPr>
        </p:nvSpPr>
        <p:spPr>
          <a:xfrm flipH="1">
            <a:off x="3451650" y="1351346"/>
            <a:ext cx="22407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5500"/>
              <a:buNone/>
              <a:defRPr sz="7200">
                <a:solidFill>
                  <a:schemeClr val="lt1"/>
                </a:solidFill>
              </a:defRPr>
            </a:lvl1pPr>
            <a:lvl2pPr lvl="1"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6_1_1_1">
    <p:bg>
      <p:bgPr>
        <a:blipFill>
          <a:blip r:embed="rId2">
            <a:alphaModFix/>
          </a:blip>
          <a:stretch>
            <a:fillRect/>
          </a:stretch>
        </a:blipFill>
      </p:bgPr>
    </p:bg>
    <p:spTree>
      <p:nvGrpSpPr>
        <p:cNvPr id="108" name="Shape 108"/>
        <p:cNvGrpSpPr/>
        <p:nvPr/>
      </p:nvGrpSpPr>
      <p:grpSpPr>
        <a:xfrm>
          <a:off x="0" y="0"/>
          <a:ext cx="0" cy="0"/>
          <a:chOff x="0" y="0"/>
          <a:chExt cx="0" cy="0"/>
        </a:xfrm>
      </p:grpSpPr>
      <p:sp>
        <p:nvSpPr>
          <p:cNvPr id="109" name="Google Shape;109;p20"/>
          <p:cNvSpPr txBox="1"/>
          <p:nvPr>
            <p:ph type="ctrTitle"/>
          </p:nvPr>
        </p:nvSpPr>
        <p:spPr>
          <a:xfrm flipH="1">
            <a:off x="4847211" y="2553180"/>
            <a:ext cx="3690300" cy="453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None/>
              <a:defRPr sz="6000">
                <a:solidFill>
                  <a:schemeClr val="accen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10" name="Google Shape;110;p20"/>
          <p:cNvSpPr txBox="1"/>
          <p:nvPr>
            <p:ph idx="1" type="subTitle"/>
          </p:nvPr>
        </p:nvSpPr>
        <p:spPr>
          <a:xfrm flipH="1">
            <a:off x="5977611" y="2837721"/>
            <a:ext cx="2559900" cy="577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11" name="Google Shape;111;p20"/>
          <p:cNvSpPr txBox="1"/>
          <p:nvPr>
            <p:ph hasCustomPrompt="1" idx="2" type="title"/>
          </p:nvPr>
        </p:nvSpPr>
        <p:spPr>
          <a:xfrm flipH="1">
            <a:off x="2133750" y="2079350"/>
            <a:ext cx="20001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5500"/>
              <a:buNone/>
              <a:defRPr sz="7200">
                <a:solidFill>
                  <a:schemeClr val="lt1"/>
                </a:solidFill>
              </a:defRPr>
            </a:lvl1pPr>
            <a:lvl2pPr lvl="1"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bg>
      <p:bgPr>
        <a:solidFill>
          <a:schemeClr val="lt2"/>
        </a:solidFill>
      </p:bgPr>
    </p:bg>
    <p:spTree>
      <p:nvGrpSpPr>
        <p:cNvPr id="112" name="Shape 112"/>
        <p:cNvGrpSpPr/>
        <p:nvPr/>
      </p:nvGrpSpPr>
      <p:grpSpPr>
        <a:xfrm>
          <a:off x="0" y="0"/>
          <a:ext cx="0" cy="0"/>
          <a:chOff x="0" y="0"/>
          <a:chExt cx="0" cy="0"/>
        </a:xfrm>
      </p:grpSpPr>
      <p:sp>
        <p:nvSpPr>
          <p:cNvPr id="113" name="Google Shape;113;p21"/>
          <p:cNvSpPr txBox="1"/>
          <p:nvPr>
            <p:ph idx="1" type="body"/>
          </p:nvPr>
        </p:nvSpPr>
        <p:spPr>
          <a:xfrm>
            <a:off x="2069575" y="1357150"/>
            <a:ext cx="5140200" cy="34164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accent2"/>
              </a:buClr>
              <a:buSzPts val="1600"/>
              <a:buFont typeface="Nunito Light"/>
              <a:buChar char="●"/>
              <a:defRPr sz="1400"/>
            </a:lvl1pPr>
            <a:lvl2pPr indent="-330200" lvl="1" marL="914400" rtl="0">
              <a:spcBef>
                <a:spcPts val="1600"/>
              </a:spcBef>
              <a:spcAft>
                <a:spcPts val="0"/>
              </a:spcAft>
              <a:buSzPts val="1600"/>
              <a:buFont typeface="Nunito Light"/>
              <a:buChar char="○"/>
              <a:defRPr/>
            </a:lvl2pPr>
            <a:lvl3pPr indent="-323850" lvl="2" marL="1371600" rtl="0">
              <a:spcBef>
                <a:spcPts val="1600"/>
              </a:spcBef>
              <a:spcAft>
                <a:spcPts val="0"/>
              </a:spcAft>
              <a:buSzPts val="1500"/>
              <a:buFont typeface="Nunito Light"/>
              <a:buChar char="■"/>
              <a:defRPr/>
            </a:lvl3pPr>
            <a:lvl4pPr indent="-323850" lvl="3" marL="1828800" rtl="0">
              <a:spcBef>
                <a:spcPts val="1600"/>
              </a:spcBef>
              <a:spcAft>
                <a:spcPts val="0"/>
              </a:spcAft>
              <a:buSzPts val="1500"/>
              <a:buFont typeface="Nunito Light"/>
              <a:buChar char="●"/>
              <a:defRPr/>
            </a:lvl4pPr>
            <a:lvl5pPr indent="-304800" lvl="4" marL="2286000" rtl="0">
              <a:spcBef>
                <a:spcPts val="1600"/>
              </a:spcBef>
              <a:spcAft>
                <a:spcPts val="0"/>
              </a:spcAft>
              <a:buSzPts val="1200"/>
              <a:buFont typeface="Nunito Light"/>
              <a:buChar char="○"/>
              <a:defRPr/>
            </a:lvl5pPr>
            <a:lvl6pPr indent="-304800" lvl="5" marL="2743200" rtl="0">
              <a:spcBef>
                <a:spcPts val="1600"/>
              </a:spcBef>
              <a:spcAft>
                <a:spcPts val="0"/>
              </a:spcAft>
              <a:buSzPts val="1200"/>
              <a:buFont typeface="Nunito Light"/>
              <a:buChar char="■"/>
              <a:defRPr/>
            </a:lvl6pPr>
            <a:lvl7pPr indent="-311150" lvl="6" marL="3200400" rtl="0">
              <a:spcBef>
                <a:spcPts val="1600"/>
              </a:spcBef>
              <a:spcAft>
                <a:spcPts val="0"/>
              </a:spcAft>
              <a:buSzPts val="1300"/>
              <a:buFont typeface="Nunito Light"/>
              <a:buChar char="●"/>
              <a:defRPr/>
            </a:lvl7pPr>
            <a:lvl8pPr indent="-311150" lvl="7" marL="3657600" rtl="0">
              <a:spcBef>
                <a:spcPts val="1600"/>
              </a:spcBef>
              <a:spcAft>
                <a:spcPts val="0"/>
              </a:spcAft>
              <a:buSzPts val="1300"/>
              <a:buFont typeface="Nunito Light"/>
              <a:buChar char="○"/>
              <a:defRPr/>
            </a:lvl8pPr>
            <a:lvl9pPr indent="-304800" lvl="8" marL="4114800" rtl="0">
              <a:spcBef>
                <a:spcPts val="1600"/>
              </a:spcBef>
              <a:spcAft>
                <a:spcPts val="1600"/>
              </a:spcAft>
              <a:buSzPts val="1200"/>
              <a:buFont typeface="Nunito Light"/>
              <a:buChar char="■"/>
              <a:defRPr/>
            </a:lvl9pPr>
          </a:lstStyle>
          <a:p/>
        </p:txBody>
      </p:sp>
      <p:sp>
        <p:nvSpPr>
          <p:cNvPr id="114" name="Google Shape;114;p21"/>
          <p:cNvSpPr txBox="1"/>
          <p:nvPr>
            <p:ph type="title"/>
          </p:nvPr>
        </p:nvSpPr>
        <p:spPr>
          <a:xfrm>
            <a:off x="2421000" y="283608"/>
            <a:ext cx="4302000" cy="6300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3600"/>
            </a:lvl1pPr>
            <a:lvl2pPr lvl="1" rtl="0" algn="ctr">
              <a:spcBef>
                <a:spcPts val="0"/>
              </a:spcBef>
              <a:spcAft>
                <a:spcPts val="0"/>
              </a:spcAft>
              <a:buNone/>
              <a:defRPr sz="3600">
                <a:solidFill>
                  <a:schemeClr val="accent2"/>
                </a:solidFill>
              </a:defRPr>
            </a:lvl2pPr>
            <a:lvl3pPr lvl="2" rtl="0" algn="ctr">
              <a:spcBef>
                <a:spcPts val="0"/>
              </a:spcBef>
              <a:spcAft>
                <a:spcPts val="0"/>
              </a:spcAft>
              <a:buNone/>
              <a:defRPr sz="3600">
                <a:solidFill>
                  <a:schemeClr val="accent2"/>
                </a:solidFill>
              </a:defRPr>
            </a:lvl3pPr>
            <a:lvl4pPr lvl="3" rtl="0" algn="ctr">
              <a:spcBef>
                <a:spcPts val="0"/>
              </a:spcBef>
              <a:spcAft>
                <a:spcPts val="0"/>
              </a:spcAft>
              <a:buNone/>
              <a:defRPr sz="3600">
                <a:solidFill>
                  <a:schemeClr val="accent2"/>
                </a:solidFill>
              </a:defRPr>
            </a:lvl4pPr>
            <a:lvl5pPr lvl="4" rtl="0" algn="ctr">
              <a:spcBef>
                <a:spcPts val="0"/>
              </a:spcBef>
              <a:spcAft>
                <a:spcPts val="0"/>
              </a:spcAft>
              <a:buNone/>
              <a:defRPr sz="3600">
                <a:solidFill>
                  <a:schemeClr val="accent2"/>
                </a:solidFill>
              </a:defRPr>
            </a:lvl5pPr>
            <a:lvl6pPr lvl="5" rtl="0" algn="ctr">
              <a:spcBef>
                <a:spcPts val="0"/>
              </a:spcBef>
              <a:spcAft>
                <a:spcPts val="0"/>
              </a:spcAft>
              <a:buNone/>
              <a:defRPr sz="3600">
                <a:solidFill>
                  <a:schemeClr val="accent2"/>
                </a:solidFill>
              </a:defRPr>
            </a:lvl6pPr>
            <a:lvl7pPr lvl="6" rtl="0" algn="ctr">
              <a:spcBef>
                <a:spcPts val="0"/>
              </a:spcBef>
              <a:spcAft>
                <a:spcPts val="0"/>
              </a:spcAft>
              <a:buNone/>
              <a:defRPr sz="3600">
                <a:solidFill>
                  <a:schemeClr val="accent2"/>
                </a:solidFill>
              </a:defRPr>
            </a:lvl7pPr>
            <a:lvl8pPr lvl="7" rtl="0" algn="ctr">
              <a:spcBef>
                <a:spcPts val="0"/>
              </a:spcBef>
              <a:spcAft>
                <a:spcPts val="0"/>
              </a:spcAft>
              <a:buNone/>
              <a:defRPr sz="3600">
                <a:solidFill>
                  <a:schemeClr val="accent2"/>
                </a:solidFill>
              </a:defRPr>
            </a:lvl8pPr>
            <a:lvl9pPr lvl="8" rtl="0"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SECTION_TITLE_AND_DESCRIPTION_1">
    <p:bg>
      <p:bgPr>
        <a:blipFill>
          <a:blip r:embed="rId2">
            <a:alphaModFix/>
          </a:blip>
          <a:stretch>
            <a:fillRect/>
          </a:stretch>
        </a:blipFill>
      </p:bgPr>
    </p:bg>
    <p:spTree>
      <p:nvGrpSpPr>
        <p:cNvPr id="115" name="Shape 115"/>
        <p:cNvGrpSpPr/>
        <p:nvPr/>
      </p:nvGrpSpPr>
      <p:grpSpPr>
        <a:xfrm>
          <a:off x="0" y="0"/>
          <a:ext cx="0" cy="0"/>
          <a:chOff x="0" y="0"/>
          <a:chExt cx="0" cy="0"/>
        </a:xfrm>
      </p:grpSpPr>
      <p:sp>
        <p:nvSpPr>
          <p:cNvPr id="116" name="Google Shape;116;p22"/>
          <p:cNvSpPr txBox="1"/>
          <p:nvPr>
            <p:ph type="title"/>
          </p:nvPr>
        </p:nvSpPr>
        <p:spPr>
          <a:xfrm>
            <a:off x="625025" y="35533"/>
            <a:ext cx="4045200" cy="1482300"/>
          </a:xfrm>
          <a:prstGeom prst="rect">
            <a:avLst/>
          </a:prstGeom>
        </p:spPr>
        <p:txBody>
          <a:bodyPr anchorCtr="0" anchor="ctr" bIns="91425" lIns="91425" spcFirstLastPara="1" rIns="91425" wrap="square" tIns="91425">
            <a:noAutofit/>
          </a:bodyPr>
          <a:lstStyle>
            <a:lvl1pPr lvl="0" rtl="0">
              <a:spcBef>
                <a:spcPts val="0"/>
              </a:spcBef>
              <a:spcAft>
                <a:spcPts val="0"/>
              </a:spcAft>
              <a:buSzPts val="4200"/>
              <a:buNone/>
              <a:defRPr sz="7200">
                <a:solidFill>
                  <a:schemeClr val="accent1"/>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7" name="Google Shape;117;p22"/>
          <p:cNvSpPr txBox="1"/>
          <p:nvPr>
            <p:ph idx="1" type="subTitle"/>
          </p:nvPr>
        </p:nvSpPr>
        <p:spPr>
          <a:xfrm>
            <a:off x="625025" y="1331190"/>
            <a:ext cx="3375300" cy="1431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8" name="Google Shape;118;p22"/>
          <p:cNvSpPr txBox="1"/>
          <p:nvPr/>
        </p:nvSpPr>
        <p:spPr>
          <a:xfrm>
            <a:off x="621618" y="3589129"/>
            <a:ext cx="2418000" cy="93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lang="en" sz="1000">
                <a:solidFill>
                  <a:schemeClr val="dk1"/>
                </a:solidFill>
                <a:latin typeface="Hind Vadodara Light"/>
                <a:ea typeface="Hind Vadodara Light"/>
                <a:cs typeface="Hind Vadodara Light"/>
                <a:sym typeface="Hind Vadodara Light"/>
              </a:rPr>
              <a:t>CREDITS: This presentation template was created by </a:t>
            </a:r>
            <a:r>
              <a:rPr lang="en" sz="1000">
                <a:solidFill>
                  <a:schemeClr val="dk1"/>
                </a:solidFill>
                <a:uFill>
                  <a:noFill/>
                </a:uFill>
                <a:latin typeface="Hind Vadodara Medium"/>
                <a:ea typeface="Hind Vadodara Medium"/>
                <a:cs typeface="Hind Vadodara Medium"/>
                <a:sym typeface="Hind Vadodara Medium"/>
                <a:hlinkClick r:id="rId3">
                  <a:extLst>
                    <a:ext uri="{A12FA001-AC4F-418D-AE19-62706E023703}">
                      <ahyp:hlinkClr val="tx"/>
                    </a:ext>
                  </a:extLst>
                </a:hlinkClick>
              </a:rPr>
              <a:t>Slidesgo</a:t>
            </a:r>
            <a:r>
              <a:rPr lang="en" sz="1000">
                <a:solidFill>
                  <a:schemeClr val="dk1"/>
                </a:solidFill>
                <a:latin typeface="Hind Vadodara Light"/>
                <a:ea typeface="Hind Vadodara Light"/>
                <a:cs typeface="Hind Vadodara Light"/>
                <a:sym typeface="Hind Vadodara Light"/>
              </a:rPr>
              <a:t>, including icons, infographics &amp; images by </a:t>
            </a:r>
            <a:r>
              <a:rPr lang="en" sz="1000">
                <a:solidFill>
                  <a:schemeClr val="dk1"/>
                </a:solidFill>
                <a:uFill>
                  <a:noFill/>
                </a:uFill>
                <a:latin typeface="Hind Vadodara Medium"/>
                <a:ea typeface="Hind Vadodara Medium"/>
                <a:cs typeface="Hind Vadodara Medium"/>
                <a:sym typeface="Hind Vadodara Medium"/>
                <a:hlinkClick r:id="rId4">
                  <a:extLst>
                    <a:ext uri="{A12FA001-AC4F-418D-AE19-62706E023703}">
                      <ahyp:hlinkClr val="tx"/>
                    </a:ext>
                  </a:extLst>
                </a:hlinkClick>
              </a:rPr>
              <a:t>Freepik</a:t>
            </a:r>
            <a:endParaRPr>
              <a:solidFill>
                <a:schemeClr val="dk1"/>
              </a:solidFill>
              <a:latin typeface="Hind Vadodara Medium"/>
              <a:ea typeface="Hind Vadodara Medium"/>
              <a:cs typeface="Hind Vadodara Medium"/>
              <a:sym typeface="Hind Vadodara Medium"/>
            </a:endParaRPr>
          </a:p>
          <a:p>
            <a:pPr indent="0" lvl="0" marL="0" rtl="0" algn="l">
              <a:spcBef>
                <a:spcPts val="0"/>
              </a:spcBef>
              <a:spcAft>
                <a:spcPts val="0"/>
              </a:spcAft>
              <a:buNone/>
            </a:pPr>
            <a:r>
              <a:t/>
            </a:r>
            <a:endParaRPr>
              <a:solidFill>
                <a:schemeClr val="dk1"/>
              </a:solidFill>
              <a:latin typeface="Hind Vadodara Light"/>
              <a:ea typeface="Hind Vadodara Light"/>
              <a:cs typeface="Hind Vadodara Light"/>
              <a:sym typeface="Hind Vadodara Light"/>
            </a:endParaRPr>
          </a:p>
          <a:p>
            <a:pPr indent="0" lvl="0" marL="0" rtl="0" algn="l">
              <a:lnSpc>
                <a:spcPct val="115000"/>
              </a:lnSpc>
              <a:spcBef>
                <a:spcPts val="300"/>
              </a:spcBef>
              <a:spcAft>
                <a:spcPts val="0"/>
              </a:spcAft>
              <a:buNone/>
            </a:pPr>
            <a:r>
              <a:t/>
            </a:r>
            <a:endParaRPr sz="1000">
              <a:solidFill>
                <a:schemeClr val="dk1"/>
              </a:solidFill>
              <a:latin typeface="Hind Vadodara Light"/>
              <a:ea typeface="Hind Vadodara Light"/>
              <a:cs typeface="Hind Vadodara Light"/>
              <a:sym typeface="Hind Vadodara Ligh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19" name="Shape 119"/>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23" name="Shape 123"/>
        <p:cNvGrpSpPr/>
        <p:nvPr/>
      </p:nvGrpSpPr>
      <p:grpSpPr>
        <a:xfrm>
          <a:off x="0" y="0"/>
          <a:ext cx="0" cy="0"/>
          <a:chOff x="0" y="0"/>
          <a:chExt cx="0" cy="0"/>
        </a:xfrm>
      </p:grpSpPr>
      <p:sp>
        <p:nvSpPr>
          <p:cNvPr id="124" name="Google Shape;124;p25"/>
          <p:cNvSpPr txBox="1"/>
          <p:nvPr>
            <p:ph type="ctrTitle"/>
          </p:nvPr>
        </p:nvSpPr>
        <p:spPr>
          <a:xfrm>
            <a:off x="2481725" y="1331450"/>
            <a:ext cx="4180500" cy="1745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5200"/>
              <a:buNone/>
              <a:defRPr sz="6000"/>
            </a:lvl1pPr>
            <a:lvl2pPr lvl="1" algn="ctr">
              <a:spcBef>
                <a:spcPts val="0"/>
              </a:spcBef>
              <a:spcAft>
                <a:spcPts val="0"/>
              </a:spcAft>
              <a:buClr>
                <a:schemeClr val="lt2"/>
              </a:buClr>
              <a:buSzPts val="5200"/>
              <a:buNone/>
              <a:defRPr sz="5200">
                <a:solidFill>
                  <a:schemeClr val="lt2"/>
                </a:solidFill>
              </a:defRPr>
            </a:lvl2pPr>
            <a:lvl3pPr lvl="2" algn="ctr">
              <a:spcBef>
                <a:spcPts val="0"/>
              </a:spcBef>
              <a:spcAft>
                <a:spcPts val="0"/>
              </a:spcAft>
              <a:buClr>
                <a:schemeClr val="lt2"/>
              </a:buClr>
              <a:buSzPts val="5200"/>
              <a:buNone/>
              <a:defRPr sz="5200">
                <a:solidFill>
                  <a:schemeClr val="lt2"/>
                </a:solidFill>
              </a:defRPr>
            </a:lvl3pPr>
            <a:lvl4pPr lvl="3" algn="ctr">
              <a:spcBef>
                <a:spcPts val="0"/>
              </a:spcBef>
              <a:spcAft>
                <a:spcPts val="0"/>
              </a:spcAft>
              <a:buClr>
                <a:schemeClr val="lt2"/>
              </a:buClr>
              <a:buSzPts val="5200"/>
              <a:buNone/>
              <a:defRPr sz="5200">
                <a:solidFill>
                  <a:schemeClr val="lt2"/>
                </a:solidFill>
              </a:defRPr>
            </a:lvl4pPr>
            <a:lvl5pPr lvl="4" algn="ctr">
              <a:spcBef>
                <a:spcPts val="0"/>
              </a:spcBef>
              <a:spcAft>
                <a:spcPts val="0"/>
              </a:spcAft>
              <a:buClr>
                <a:schemeClr val="lt2"/>
              </a:buClr>
              <a:buSzPts val="5200"/>
              <a:buNone/>
              <a:defRPr sz="5200">
                <a:solidFill>
                  <a:schemeClr val="lt2"/>
                </a:solidFill>
              </a:defRPr>
            </a:lvl5pPr>
            <a:lvl6pPr lvl="5" algn="ctr">
              <a:spcBef>
                <a:spcPts val="0"/>
              </a:spcBef>
              <a:spcAft>
                <a:spcPts val="0"/>
              </a:spcAft>
              <a:buClr>
                <a:schemeClr val="lt2"/>
              </a:buClr>
              <a:buSzPts val="5200"/>
              <a:buNone/>
              <a:defRPr sz="5200">
                <a:solidFill>
                  <a:schemeClr val="lt2"/>
                </a:solidFill>
              </a:defRPr>
            </a:lvl6pPr>
            <a:lvl7pPr lvl="6" algn="ctr">
              <a:spcBef>
                <a:spcPts val="0"/>
              </a:spcBef>
              <a:spcAft>
                <a:spcPts val="0"/>
              </a:spcAft>
              <a:buClr>
                <a:schemeClr val="lt2"/>
              </a:buClr>
              <a:buSzPts val="5200"/>
              <a:buNone/>
              <a:defRPr sz="5200">
                <a:solidFill>
                  <a:schemeClr val="lt2"/>
                </a:solidFill>
              </a:defRPr>
            </a:lvl7pPr>
            <a:lvl8pPr lvl="7" algn="ctr">
              <a:spcBef>
                <a:spcPts val="0"/>
              </a:spcBef>
              <a:spcAft>
                <a:spcPts val="0"/>
              </a:spcAft>
              <a:buClr>
                <a:schemeClr val="lt2"/>
              </a:buClr>
              <a:buSzPts val="5200"/>
              <a:buNone/>
              <a:defRPr sz="5200">
                <a:solidFill>
                  <a:schemeClr val="lt2"/>
                </a:solidFill>
              </a:defRPr>
            </a:lvl8pPr>
            <a:lvl9pPr lvl="8" algn="ctr">
              <a:spcBef>
                <a:spcPts val="0"/>
              </a:spcBef>
              <a:spcAft>
                <a:spcPts val="0"/>
              </a:spcAft>
              <a:buClr>
                <a:schemeClr val="lt2"/>
              </a:buClr>
              <a:buSzPts val="5200"/>
              <a:buNone/>
              <a:defRPr sz="5200">
                <a:solidFill>
                  <a:schemeClr val="lt2"/>
                </a:solidFill>
              </a:defRPr>
            </a:lvl9pPr>
          </a:lstStyle>
          <a:p/>
        </p:txBody>
      </p:sp>
      <p:sp>
        <p:nvSpPr>
          <p:cNvPr id="125" name="Google Shape;125;p25"/>
          <p:cNvSpPr txBox="1"/>
          <p:nvPr>
            <p:ph idx="1" type="subTitle"/>
          </p:nvPr>
        </p:nvSpPr>
        <p:spPr>
          <a:xfrm>
            <a:off x="3335000" y="3257551"/>
            <a:ext cx="2473800" cy="47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26" name="Shape 126"/>
        <p:cNvGrpSpPr/>
        <p:nvPr/>
      </p:nvGrpSpPr>
      <p:grpSpPr>
        <a:xfrm>
          <a:off x="0" y="0"/>
          <a:ext cx="0" cy="0"/>
          <a:chOff x="0" y="0"/>
          <a:chExt cx="0" cy="0"/>
        </a:xfrm>
      </p:grpSpPr>
      <p:sp>
        <p:nvSpPr>
          <p:cNvPr id="127" name="Google Shape;127;p26"/>
          <p:cNvSpPr txBox="1"/>
          <p:nvPr>
            <p:ph type="ctrTitle"/>
          </p:nvPr>
        </p:nvSpPr>
        <p:spPr>
          <a:xfrm>
            <a:off x="4007825" y="1945343"/>
            <a:ext cx="4535700" cy="822900"/>
          </a:xfrm>
          <a:prstGeom prst="rect">
            <a:avLst/>
          </a:prstGeom>
        </p:spPr>
        <p:txBody>
          <a:bodyPr anchorCtr="0" anchor="b" bIns="91425" lIns="91425" spcFirstLastPara="1" rIns="91425" wrap="square" tIns="91425">
            <a:noAutofit/>
          </a:bodyPr>
          <a:lstStyle>
            <a:lvl1pPr lvl="0" algn="r">
              <a:spcBef>
                <a:spcPts val="0"/>
              </a:spcBef>
              <a:spcAft>
                <a:spcPts val="0"/>
              </a:spcAft>
              <a:buSzPts val="2400"/>
              <a:buNone/>
              <a:defRPr sz="6000">
                <a:solidFill>
                  <a:schemeClr val="accent1"/>
                </a:solidFill>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28" name="Google Shape;128;p26"/>
          <p:cNvSpPr txBox="1"/>
          <p:nvPr>
            <p:ph idx="1" type="subTitle"/>
          </p:nvPr>
        </p:nvSpPr>
        <p:spPr>
          <a:xfrm>
            <a:off x="5621050" y="2620363"/>
            <a:ext cx="2922300" cy="5778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000"/>
              <a:buNone/>
              <a:defRPr sz="1000"/>
            </a:lvl2pPr>
            <a:lvl3pPr lvl="2" algn="ctr">
              <a:lnSpc>
                <a:spcPct val="100000"/>
              </a:lnSpc>
              <a:spcBef>
                <a:spcPts val="0"/>
              </a:spcBef>
              <a:spcAft>
                <a:spcPts val="0"/>
              </a:spcAft>
              <a:buSzPts val="1000"/>
              <a:buNone/>
              <a:defRPr sz="1000"/>
            </a:lvl3pPr>
            <a:lvl4pPr lvl="3" algn="ctr">
              <a:lnSpc>
                <a:spcPct val="100000"/>
              </a:lnSpc>
              <a:spcBef>
                <a:spcPts val="0"/>
              </a:spcBef>
              <a:spcAft>
                <a:spcPts val="0"/>
              </a:spcAft>
              <a:buSzPts val="1000"/>
              <a:buNone/>
              <a:defRPr sz="1000"/>
            </a:lvl4pPr>
            <a:lvl5pPr lvl="4" algn="ctr">
              <a:lnSpc>
                <a:spcPct val="100000"/>
              </a:lnSpc>
              <a:spcBef>
                <a:spcPts val="0"/>
              </a:spcBef>
              <a:spcAft>
                <a:spcPts val="0"/>
              </a:spcAft>
              <a:buSzPts val="1000"/>
              <a:buNone/>
              <a:defRPr sz="1000"/>
            </a:lvl5pPr>
            <a:lvl6pPr lvl="5" algn="ctr">
              <a:lnSpc>
                <a:spcPct val="100000"/>
              </a:lnSpc>
              <a:spcBef>
                <a:spcPts val="0"/>
              </a:spcBef>
              <a:spcAft>
                <a:spcPts val="0"/>
              </a:spcAft>
              <a:buSzPts val="1000"/>
              <a:buNone/>
              <a:defRPr sz="1000"/>
            </a:lvl6pPr>
            <a:lvl7pPr lvl="6" algn="ctr">
              <a:lnSpc>
                <a:spcPct val="100000"/>
              </a:lnSpc>
              <a:spcBef>
                <a:spcPts val="0"/>
              </a:spcBef>
              <a:spcAft>
                <a:spcPts val="0"/>
              </a:spcAft>
              <a:buSzPts val="1000"/>
              <a:buNone/>
              <a:defRPr sz="1000"/>
            </a:lvl7pPr>
            <a:lvl8pPr lvl="7" algn="ctr">
              <a:lnSpc>
                <a:spcPct val="100000"/>
              </a:lnSpc>
              <a:spcBef>
                <a:spcPts val="0"/>
              </a:spcBef>
              <a:spcAft>
                <a:spcPts val="0"/>
              </a:spcAft>
              <a:buSzPts val="1000"/>
              <a:buNone/>
              <a:defRPr sz="1000"/>
            </a:lvl8pPr>
            <a:lvl9pPr lvl="8" algn="ctr">
              <a:lnSpc>
                <a:spcPct val="100000"/>
              </a:lnSpc>
              <a:spcBef>
                <a:spcPts val="0"/>
              </a:spcBef>
              <a:spcAft>
                <a:spcPts val="0"/>
              </a:spcAft>
              <a:buSzPts val="1000"/>
              <a:buNone/>
              <a:defRPr sz="1000"/>
            </a:lvl9pPr>
          </a:lstStyle>
          <a:p/>
        </p:txBody>
      </p:sp>
      <p:sp>
        <p:nvSpPr>
          <p:cNvPr id="129" name="Google Shape;129;p26"/>
          <p:cNvSpPr txBox="1"/>
          <p:nvPr>
            <p:ph hasCustomPrompt="1" idx="2" type="title"/>
          </p:nvPr>
        </p:nvSpPr>
        <p:spPr>
          <a:xfrm>
            <a:off x="2595072" y="2093275"/>
            <a:ext cx="10530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2"/>
              </a:buClr>
              <a:buSzPts val="5500"/>
              <a:buNone/>
              <a:defRPr sz="7200">
                <a:solidFill>
                  <a:schemeClr val="lt1"/>
                </a:solidFill>
              </a:defRPr>
            </a:lvl1pPr>
            <a:lvl2pPr lvl="1"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130" name="Shape 130"/>
        <p:cNvGrpSpPr/>
        <p:nvPr/>
      </p:nvGrpSpPr>
      <p:grpSpPr>
        <a:xfrm>
          <a:off x="0" y="0"/>
          <a:ext cx="0" cy="0"/>
          <a:chOff x="0" y="0"/>
          <a:chExt cx="0" cy="0"/>
        </a:xfrm>
      </p:grpSpPr>
      <p:sp>
        <p:nvSpPr>
          <p:cNvPr id="131" name="Google Shape;131;p27"/>
          <p:cNvSpPr txBox="1"/>
          <p:nvPr>
            <p:ph idx="1" type="body"/>
          </p:nvPr>
        </p:nvSpPr>
        <p:spPr>
          <a:xfrm>
            <a:off x="712480" y="1297750"/>
            <a:ext cx="3128100" cy="2908800"/>
          </a:xfrm>
          <a:prstGeom prst="rect">
            <a:avLst/>
          </a:prstGeom>
        </p:spPr>
        <p:txBody>
          <a:bodyPr anchorCtr="0" anchor="b" bIns="91425" lIns="91425" spcFirstLastPara="1" rIns="91425" wrap="square" tIns="91425">
            <a:noAutofit/>
          </a:bodyPr>
          <a:lstStyle>
            <a:lvl1pPr indent="-330200" lvl="0" marL="457200">
              <a:lnSpc>
                <a:spcPct val="100000"/>
              </a:lnSpc>
              <a:spcBef>
                <a:spcPts val="0"/>
              </a:spcBef>
              <a:spcAft>
                <a:spcPts val="0"/>
              </a:spcAft>
              <a:buSzPts val="1600"/>
              <a:buFont typeface="Nunito Light"/>
              <a:buChar char="●"/>
              <a:defRPr/>
            </a:lvl1pPr>
            <a:lvl2pPr indent="-330200" lvl="1" marL="914400">
              <a:spcBef>
                <a:spcPts val="1600"/>
              </a:spcBef>
              <a:spcAft>
                <a:spcPts val="0"/>
              </a:spcAft>
              <a:buSzPts val="1600"/>
              <a:buFont typeface="Nunito Light"/>
              <a:buChar char="○"/>
              <a:defRPr/>
            </a:lvl2pPr>
            <a:lvl3pPr indent="-323850" lvl="2" marL="1371600">
              <a:spcBef>
                <a:spcPts val="1600"/>
              </a:spcBef>
              <a:spcAft>
                <a:spcPts val="0"/>
              </a:spcAft>
              <a:buSzPts val="1500"/>
              <a:buFont typeface="Nunito Light"/>
              <a:buChar char="■"/>
              <a:defRPr/>
            </a:lvl3pPr>
            <a:lvl4pPr indent="-323850" lvl="3" marL="1828800">
              <a:spcBef>
                <a:spcPts val="1600"/>
              </a:spcBef>
              <a:spcAft>
                <a:spcPts val="0"/>
              </a:spcAft>
              <a:buSzPts val="1500"/>
              <a:buFont typeface="Nunito Light"/>
              <a:buChar char="●"/>
              <a:defRPr/>
            </a:lvl4pPr>
            <a:lvl5pPr indent="-304800" lvl="4" marL="2286000">
              <a:spcBef>
                <a:spcPts val="1600"/>
              </a:spcBef>
              <a:spcAft>
                <a:spcPts val="0"/>
              </a:spcAft>
              <a:buSzPts val="1200"/>
              <a:buFont typeface="Nunito Light"/>
              <a:buChar char="○"/>
              <a:defRPr/>
            </a:lvl5pPr>
            <a:lvl6pPr indent="-304800" lvl="5" marL="2743200">
              <a:spcBef>
                <a:spcPts val="1600"/>
              </a:spcBef>
              <a:spcAft>
                <a:spcPts val="0"/>
              </a:spcAft>
              <a:buSzPts val="1200"/>
              <a:buFont typeface="Nunito Light"/>
              <a:buChar char="■"/>
              <a:defRPr/>
            </a:lvl6pPr>
            <a:lvl7pPr indent="-311150" lvl="6" marL="3200400">
              <a:spcBef>
                <a:spcPts val="1600"/>
              </a:spcBef>
              <a:spcAft>
                <a:spcPts val="0"/>
              </a:spcAft>
              <a:buSzPts val="1300"/>
              <a:buFont typeface="Nunito Light"/>
              <a:buChar char="●"/>
              <a:defRPr/>
            </a:lvl7pPr>
            <a:lvl8pPr indent="-311150" lvl="7" marL="3657600">
              <a:spcBef>
                <a:spcPts val="1600"/>
              </a:spcBef>
              <a:spcAft>
                <a:spcPts val="0"/>
              </a:spcAft>
              <a:buSzPts val="1300"/>
              <a:buFont typeface="Nunito Light"/>
              <a:buChar char="○"/>
              <a:defRPr/>
            </a:lvl8pPr>
            <a:lvl9pPr indent="-304800" lvl="8" marL="4114800">
              <a:spcBef>
                <a:spcPts val="1600"/>
              </a:spcBef>
              <a:spcAft>
                <a:spcPts val="1600"/>
              </a:spcAft>
              <a:buSzPts val="1200"/>
              <a:buFont typeface="Nunito Light"/>
              <a:buChar char="■"/>
              <a:defRPr/>
            </a:lvl9pPr>
          </a:lstStyle>
          <a:p/>
        </p:txBody>
      </p:sp>
      <p:sp>
        <p:nvSpPr>
          <p:cNvPr id="132" name="Google Shape;132;p27"/>
          <p:cNvSpPr txBox="1"/>
          <p:nvPr>
            <p:ph type="title"/>
          </p:nvPr>
        </p:nvSpPr>
        <p:spPr>
          <a:xfrm>
            <a:off x="2421000" y="283608"/>
            <a:ext cx="4302000" cy="630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solidFill>
                  <a:schemeClr val="accent2"/>
                </a:solidFill>
              </a:defRPr>
            </a:lvl2pPr>
            <a:lvl3pPr lvl="2" algn="ctr">
              <a:spcBef>
                <a:spcPts val="0"/>
              </a:spcBef>
              <a:spcAft>
                <a:spcPts val="0"/>
              </a:spcAft>
              <a:buNone/>
              <a:defRPr sz="3600">
                <a:solidFill>
                  <a:schemeClr val="accent2"/>
                </a:solidFill>
              </a:defRPr>
            </a:lvl3pPr>
            <a:lvl4pPr lvl="3" algn="ctr">
              <a:spcBef>
                <a:spcPts val="0"/>
              </a:spcBef>
              <a:spcAft>
                <a:spcPts val="0"/>
              </a:spcAft>
              <a:buNone/>
              <a:defRPr sz="3600">
                <a:solidFill>
                  <a:schemeClr val="accent2"/>
                </a:solidFill>
              </a:defRPr>
            </a:lvl4pPr>
            <a:lvl5pPr lvl="4" algn="ctr">
              <a:spcBef>
                <a:spcPts val="0"/>
              </a:spcBef>
              <a:spcAft>
                <a:spcPts val="0"/>
              </a:spcAft>
              <a:buNone/>
              <a:defRPr sz="3600">
                <a:solidFill>
                  <a:schemeClr val="accent2"/>
                </a:solidFill>
              </a:defRPr>
            </a:lvl5pPr>
            <a:lvl6pPr lvl="5" algn="ctr">
              <a:spcBef>
                <a:spcPts val="0"/>
              </a:spcBef>
              <a:spcAft>
                <a:spcPts val="0"/>
              </a:spcAft>
              <a:buNone/>
              <a:defRPr sz="3600">
                <a:solidFill>
                  <a:schemeClr val="accent2"/>
                </a:solidFill>
              </a:defRPr>
            </a:lvl6pPr>
            <a:lvl7pPr lvl="6" algn="ctr">
              <a:spcBef>
                <a:spcPts val="0"/>
              </a:spcBef>
              <a:spcAft>
                <a:spcPts val="0"/>
              </a:spcAft>
              <a:buNone/>
              <a:defRPr sz="3600">
                <a:solidFill>
                  <a:schemeClr val="accent2"/>
                </a:solidFill>
              </a:defRPr>
            </a:lvl7pPr>
            <a:lvl8pPr lvl="7" algn="ctr">
              <a:spcBef>
                <a:spcPts val="0"/>
              </a:spcBef>
              <a:spcAft>
                <a:spcPts val="0"/>
              </a:spcAft>
              <a:buNone/>
              <a:defRPr sz="3600">
                <a:solidFill>
                  <a:schemeClr val="accent2"/>
                </a:solidFill>
              </a:defRPr>
            </a:lvl8pPr>
            <a:lvl9pPr lvl="8"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blipFill>
          <a:blip r:embed="rId2">
            <a:alphaModFix/>
          </a:blip>
          <a:stretch>
            <a:fillRect/>
          </a:stretch>
        </a:blipFill>
      </p:bgPr>
    </p:bg>
    <p:spTree>
      <p:nvGrpSpPr>
        <p:cNvPr id="133" name="Shape 133"/>
        <p:cNvGrpSpPr/>
        <p:nvPr/>
      </p:nvGrpSpPr>
      <p:grpSpPr>
        <a:xfrm>
          <a:off x="0" y="0"/>
          <a:ext cx="0" cy="0"/>
          <a:chOff x="0" y="0"/>
          <a:chExt cx="0" cy="0"/>
        </a:xfrm>
      </p:grpSpPr>
      <p:sp>
        <p:nvSpPr>
          <p:cNvPr id="134" name="Google Shape;134;p28"/>
          <p:cNvSpPr txBox="1"/>
          <p:nvPr>
            <p:ph type="ctrTitle"/>
          </p:nvPr>
        </p:nvSpPr>
        <p:spPr>
          <a:xfrm flipH="1">
            <a:off x="5408076" y="1087185"/>
            <a:ext cx="22500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sz="3000">
                <a:solidFill>
                  <a:schemeClr val="accent1"/>
                </a:solidFill>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35" name="Google Shape;135;p28"/>
          <p:cNvSpPr txBox="1"/>
          <p:nvPr>
            <p:ph idx="1" type="subTitle"/>
          </p:nvPr>
        </p:nvSpPr>
        <p:spPr>
          <a:xfrm flipH="1">
            <a:off x="1483662" y="4161895"/>
            <a:ext cx="2250000" cy="613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0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36" name="Google Shape;136;p28"/>
          <p:cNvSpPr txBox="1"/>
          <p:nvPr>
            <p:ph idx="2" type="ctrTitle"/>
          </p:nvPr>
        </p:nvSpPr>
        <p:spPr>
          <a:xfrm flipH="1">
            <a:off x="1505901" y="3702014"/>
            <a:ext cx="2205600" cy="6294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sz="3000">
                <a:solidFill>
                  <a:schemeClr val="accent1"/>
                </a:solidFill>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37" name="Google Shape;137;p28"/>
          <p:cNvSpPr txBox="1"/>
          <p:nvPr>
            <p:ph idx="3" type="subTitle"/>
          </p:nvPr>
        </p:nvSpPr>
        <p:spPr>
          <a:xfrm flipH="1">
            <a:off x="5408076" y="1497548"/>
            <a:ext cx="2250000" cy="613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0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38" name="Google Shape;138;p28"/>
          <p:cNvSpPr txBox="1"/>
          <p:nvPr>
            <p:ph idx="4" type="title"/>
          </p:nvPr>
        </p:nvSpPr>
        <p:spPr>
          <a:xfrm>
            <a:off x="2421000" y="283608"/>
            <a:ext cx="4302000" cy="630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solidFill>
                  <a:schemeClr val="accent2"/>
                </a:solidFill>
              </a:defRPr>
            </a:lvl2pPr>
            <a:lvl3pPr lvl="2" algn="ctr">
              <a:spcBef>
                <a:spcPts val="0"/>
              </a:spcBef>
              <a:spcAft>
                <a:spcPts val="0"/>
              </a:spcAft>
              <a:buNone/>
              <a:defRPr sz="3600">
                <a:solidFill>
                  <a:schemeClr val="accent2"/>
                </a:solidFill>
              </a:defRPr>
            </a:lvl3pPr>
            <a:lvl4pPr lvl="3" algn="ctr">
              <a:spcBef>
                <a:spcPts val="0"/>
              </a:spcBef>
              <a:spcAft>
                <a:spcPts val="0"/>
              </a:spcAft>
              <a:buNone/>
              <a:defRPr sz="3600">
                <a:solidFill>
                  <a:schemeClr val="accent2"/>
                </a:solidFill>
              </a:defRPr>
            </a:lvl4pPr>
            <a:lvl5pPr lvl="4" algn="ctr">
              <a:spcBef>
                <a:spcPts val="0"/>
              </a:spcBef>
              <a:spcAft>
                <a:spcPts val="0"/>
              </a:spcAft>
              <a:buNone/>
              <a:defRPr sz="3600">
                <a:solidFill>
                  <a:schemeClr val="accent2"/>
                </a:solidFill>
              </a:defRPr>
            </a:lvl5pPr>
            <a:lvl6pPr lvl="5" algn="ctr">
              <a:spcBef>
                <a:spcPts val="0"/>
              </a:spcBef>
              <a:spcAft>
                <a:spcPts val="0"/>
              </a:spcAft>
              <a:buNone/>
              <a:defRPr sz="3600">
                <a:solidFill>
                  <a:schemeClr val="accent2"/>
                </a:solidFill>
              </a:defRPr>
            </a:lvl6pPr>
            <a:lvl7pPr lvl="6" algn="ctr">
              <a:spcBef>
                <a:spcPts val="0"/>
              </a:spcBef>
              <a:spcAft>
                <a:spcPts val="0"/>
              </a:spcAft>
              <a:buNone/>
              <a:defRPr sz="3600">
                <a:solidFill>
                  <a:schemeClr val="accent2"/>
                </a:solidFill>
              </a:defRPr>
            </a:lvl7pPr>
            <a:lvl8pPr lvl="7" algn="ctr">
              <a:spcBef>
                <a:spcPts val="0"/>
              </a:spcBef>
              <a:spcAft>
                <a:spcPts val="0"/>
              </a:spcAft>
              <a:buNone/>
              <a:defRPr sz="3600">
                <a:solidFill>
                  <a:schemeClr val="accent2"/>
                </a:solidFill>
              </a:defRPr>
            </a:lvl8pPr>
            <a:lvl9pPr lvl="8"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139" name="Shape 139"/>
        <p:cNvGrpSpPr/>
        <p:nvPr/>
      </p:nvGrpSpPr>
      <p:grpSpPr>
        <a:xfrm>
          <a:off x="0" y="0"/>
          <a:ext cx="0" cy="0"/>
          <a:chOff x="0" y="0"/>
          <a:chExt cx="0" cy="0"/>
        </a:xfrm>
      </p:grpSpPr>
      <p:sp>
        <p:nvSpPr>
          <p:cNvPr id="140" name="Google Shape;140;p29"/>
          <p:cNvSpPr txBox="1"/>
          <p:nvPr>
            <p:ph type="title"/>
          </p:nvPr>
        </p:nvSpPr>
        <p:spPr>
          <a:xfrm>
            <a:off x="2421000" y="283608"/>
            <a:ext cx="4302000" cy="630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solidFill>
                  <a:schemeClr val="accent2"/>
                </a:solidFill>
              </a:defRPr>
            </a:lvl2pPr>
            <a:lvl3pPr lvl="2" algn="ctr">
              <a:spcBef>
                <a:spcPts val="0"/>
              </a:spcBef>
              <a:spcAft>
                <a:spcPts val="0"/>
              </a:spcAft>
              <a:buNone/>
              <a:defRPr sz="3600">
                <a:solidFill>
                  <a:schemeClr val="accent2"/>
                </a:solidFill>
              </a:defRPr>
            </a:lvl3pPr>
            <a:lvl4pPr lvl="3" algn="ctr">
              <a:spcBef>
                <a:spcPts val="0"/>
              </a:spcBef>
              <a:spcAft>
                <a:spcPts val="0"/>
              </a:spcAft>
              <a:buNone/>
              <a:defRPr sz="3600">
                <a:solidFill>
                  <a:schemeClr val="accent2"/>
                </a:solidFill>
              </a:defRPr>
            </a:lvl4pPr>
            <a:lvl5pPr lvl="4" algn="ctr">
              <a:spcBef>
                <a:spcPts val="0"/>
              </a:spcBef>
              <a:spcAft>
                <a:spcPts val="0"/>
              </a:spcAft>
              <a:buNone/>
              <a:defRPr sz="3600">
                <a:solidFill>
                  <a:schemeClr val="accent2"/>
                </a:solidFill>
              </a:defRPr>
            </a:lvl5pPr>
            <a:lvl6pPr lvl="5" algn="ctr">
              <a:spcBef>
                <a:spcPts val="0"/>
              </a:spcBef>
              <a:spcAft>
                <a:spcPts val="0"/>
              </a:spcAft>
              <a:buNone/>
              <a:defRPr sz="3600">
                <a:solidFill>
                  <a:schemeClr val="accent2"/>
                </a:solidFill>
              </a:defRPr>
            </a:lvl6pPr>
            <a:lvl7pPr lvl="6" algn="ctr">
              <a:spcBef>
                <a:spcPts val="0"/>
              </a:spcBef>
              <a:spcAft>
                <a:spcPts val="0"/>
              </a:spcAft>
              <a:buNone/>
              <a:defRPr sz="3600">
                <a:solidFill>
                  <a:schemeClr val="accent2"/>
                </a:solidFill>
              </a:defRPr>
            </a:lvl7pPr>
            <a:lvl8pPr lvl="7" algn="ctr">
              <a:spcBef>
                <a:spcPts val="0"/>
              </a:spcBef>
              <a:spcAft>
                <a:spcPts val="0"/>
              </a:spcAft>
              <a:buNone/>
              <a:defRPr sz="3600">
                <a:solidFill>
                  <a:schemeClr val="accent2"/>
                </a:solidFill>
              </a:defRPr>
            </a:lvl8pPr>
            <a:lvl9pPr lvl="8"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blipFill>
          <a:blip r:embed="rId2">
            <a:alphaModFix/>
          </a:blip>
          <a:stretch>
            <a:fillRect/>
          </a:stretch>
        </a:blipFill>
      </p:bgPr>
    </p:bg>
    <p:spTree>
      <p:nvGrpSpPr>
        <p:cNvPr id="141" name="Shape 141"/>
        <p:cNvGrpSpPr/>
        <p:nvPr/>
      </p:nvGrpSpPr>
      <p:grpSpPr>
        <a:xfrm>
          <a:off x="0" y="0"/>
          <a:ext cx="0" cy="0"/>
          <a:chOff x="0" y="0"/>
          <a:chExt cx="0" cy="0"/>
        </a:xfrm>
      </p:grpSpPr>
      <p:sp>
        <p:nvSpPr>
          <p:cNvPr id="142" name="Google Shape;142;p30"/>
          <p:cNvSpPr txBox="1"/>
          <p:nvPr>
            <p:ph idx="1" type="subTitle"/>
          </p:nvPr>
        </p:nvSpPr>
        <p:spPr>
          <a:xfrm flipH="1">
            <a:off x="546575" y="2518225"/>
            <a:ext cx="8050800" cy="1880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rgbClr val="434343"/>
              </a:buClr>
              <a:buSzPts val="1200"/>
              <a:buFont typeface="Raleway"/>
              <a:buAutoNum type="arabicPeriod"/>
              <a:defRPr sz="1200"/>
            </a:lvl1pPr>
            <a:lvl2pPr lvl="1" algn="ctr">
              <a:lnSpc>
                <a:spcPct val="100000"/>
              </a:lnSpc>
              <a:spcBef>
                <a:spcPts val="0"/>
              </a:spcBef>
              <a:spcAft>
                <a:spcPts val="0"/>
              </a:spcAft>
              <a:buClr>
                <a:srgbClr val="434343"/>
              </a:buClr>
              <a:buSzPts val="1200"/>
              <a:buFont typeface="Roboto Condensed Light"/>
              <a:buAutoNum type="alphaLcPeriod"/>
              <a:defRPr sz="1200"/>
            </a:lvl2pPr>
            <a:lvl3pPr lvl="2" algn="ctr">
              <a:lnSpc>
                <a:spcPct val="100000"/>
              </a:lnSpc>
              <a:spcBef>
                <a:spcPts val="0"/>
              </a:spcBef>
              <a:spcAft>
                <a:spcPts val="0"/>
              </a:spcAft>
              <a:buClr>
                <a:srgbClr val="434343"/>
              </a:buClr>
              <a:buSzPts val="1200"/>
              <a:buFont typeface="Roboto Condensed Light"/>
              <a:buAutoNum type="romanLcPeriod"/>
              <a:defRPr sz="1200"/>
            </a:lvl3pPr>
            <a:lvl4pPr lvl="3" algn="ctr">
              <a:lnSpc>
                <a:spcPct val="100000"/>
              </a:lnSpc>
              <a:spcBef>
                <a:spcPts val="0"/>
              </a:spcBef>
              <a:spcAft>
                <a:spcPts val="0"/>
              </a:spcAft>
              <a:buClr>
                <a:srgbClr val="434343"/>
              </a:buClr>
              <a:buSzPts val="1200"/>
              <a:buFont typeface="Roboto Condensed Light"/>
              <a:buAutoNum type="arabicPeriod"/>
              <a:defRPr sz="1200"/>
            </a:lvl4pPr>
            <a:lvl5pPr lvl="4" algn="ctr">
              <a:lnSpc>
                <a:spcPct val="100000"/>
              </a:lnSpc>
              <a:spcBef>
                <a:spcPts val="0"/>
              </a:spcBef>
              <a:spcAft>
                <a:spcPts val="0"/>
              </a:spcAft>
              <a:buClr>
                <a:srgbClr val="434343"/>
              </a:buClr>
              <a:buSzPts val="1200"/>
              <a:buFont typeface="Roboto Condensed Light"/>
              <a:buAutoNum type="alphaLcPeriod"/>
              <a:defRPr sz="1200"/>
            </a:lvl5pPr>
            <a:lvl6pPr lvl="5" algn="ctr">
              <a:lnSpc>
                <a:spcPct val="100000"/>
              </a:lnSpc>
              <a:spcBef>
                <a:spcPts val="0"/>
              </a:spcBef>
              <a:spcAft>
                <a:spcPts val="0"/>
              </a:spcAft>
              <a:buClr>
                <a:srgbClr val="434343"/>
              </a:buClr>
              <a:buSzPts val="1200"/>
              <a:buFont typeface="Roboto Condensed Light"/>
              <a:buAutoNum type="romanLcPeriod"/>
              <a:defRPr sz="1200"/>
            </a:lvl6pPr>
            <a:lvl7pPr lvl="6" algn="ctr">
              <a:lnSpc>
                <a:spcPct val="100000"/>
              </a:lnSpc>
              <a:spcBef>
                <a:spcPts val="0"/>
              </a:spcBef>
              <a:spcAft>
                <a:spcPts val="0"/>
              </a:spcAft>
              <a:buClr>
                <a:srgbClr val="434343"/>
              </a:buClr>
              <a:buSzPts val="1200"/>
              <a:buFont typeface="Roboto Condensed Light"/>
              <a:buAutoNum type="arabicPeriod"/>
              <a:defRPr sz="1200"/>
            </a:lvl7pPr>
            <a:lvl8pPr lvl="7" algn="ctr">
              <a:lnSpc>
                <a:spcPct val="100000"/>
              </a:lnSpc>
              <a:spcBef>
                <a:spcPts val="0"/>
              </a:spcBef>
              <a:spcAft>
                <a:spcPts val="0"/>
              </a:spcAft>
              <a:buClr>
                <a:srgbClr val="434343"/>
              </a:buClr>
              <a:buSzPts val="1200"/>
              <a:buFont typeface="Roboto Condensed Light"/>
              <a:buAutoNum type="alphaLcPeriod"/>
              <a:defRPr sz="1200"/>
            </a:lvl8pPr>
            <a:lvl9pPr lvl="8" algn="ctr">
              <a:lnSpc>
                <a:spcPct val="100000"/>
              </a:lnSpc>
              <a:spcBef>
                <a:spcPts val="0"/>
              </a:spcBef>
              <a:spcAft>
                <a:spcPts val="0"/>
              </a:spcAft>
              <a:buClr>
                <a:srgbClr val="434343"/>
              </a:buClr>
              <a:buSzPts val="1200"/>
              <a:buFont typeface="Roboto Condensed Light"/>
              <a:buAutoNum type="romanLcPeriod"/>
              <a:defRPr sz="1200"/>
            </a:lvl9pPr>
          </a:lstStyle>
          <a:p/>
        </p:txBody>
      </p:sp>
      <p:sp>
        <p:nvSpPr>
          <p:cNvPr id="143" name="Google Shape;143;p30"/>
          <p:cNvSpPr txBox="1"/>
          <p:nvPr>
            <p:ph type="title"/>
          </p:nvPr>
        </p:nvSpPr>
        <p:spPr>
          <a:xfrm>
            <a:off x="2421000" y="283608"/>
            <a:ext cx="4302000" cy="630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solidFill>
                  <a:schemeClr val="accent2"/>
                </a:solidFill>
              </a:defRPr>
            </a:lvl2pPr>
            <a:lvl3pPr lvl="2" algn="ctr">
              <a:spcBef>
                <a:spcPts val="0"/>
              </a:spcBef>
              <a:spcAft>
                <a:spcPts val="0"/>
              </a:spcAft>
              <a:buNone/>
              <a:defRPr sz="3600">
                <a:solidFill>
                  <a:schemeClr val="accent2"/>
                </a:solidFill>
              </a:defRPr>
            </a:lvl3pPr>
            <a:lvl4pPr lvl="3" algn="ctr">
              <a:spcBef>
                <a:spcPts val="0"/>
              </a:spcBef>
              <a:spcAft>
                <a:spcPts val="0"/>
              </a:spcAft>
              <a:buNone/>
              <a:defRPr sz="3600">
                <a:solidFill>
                  <a:schemeClr val="accent2"/>
                </a:solidFill>
              </a:defRPr>
            </a:lvl4pPr>
            <a:lvl5pPr lvl="4" algn="ctr">
              <a:spcBef>
                <a:spcPts val="0"/>
              </a:spcBef>
              <a:spcAft>
                <a:spcPts val="0"/>
              </a:spcAft>
              <a:buNone/>
              <a:defRPr sz="3600">
                <a:solidFill>
                  <a:schemeClr val="accent2"/>
                </a:solidFill>
              </a:defRPr>
            </a:lvl5pPr>
            <a:lvl6pPr lvl="5" algn="ctr">
              <a:spcBef>
                <a:spcPts val="0"/>
              </a:spcBef>
              <a:spcAft>
                <a:spcPts val="0"/>
              </a:spcAft>
              <a:buNone/>
              <a:defRPr sz="3600">
                <a:solidFill>
                  <a:schemeClr val="accent2"/>
                </a:solidFill>
              </a:defRPr>
            </a:lvl6pPr>
            <a:lvl7pPr lvl="6" algn="ctr">
              <a:spcBef>
                <a:spcPts val="0"/>
              </a:spcBef>
              <a:spcAft>
                <a:spcPts val="0"/>
              </a:spcAft>
              <a:buNone/>
              <a:defRPr sz="3600">
                <a:solidFill>
                  <a:schemeClr val="accent2"/>
                </a:solidFill>
              </a:defRPr>
            </a:lvl7pPr>
            <a:lvl8pPr lvl="7" algn="ctr">
              <a:spcBef>
                <a:spcPts val="0"/>
              </a:spcBef>
              <a:spcAft>
                <a:spcPts val="0"/>
              </a:spcAft>
              <a:buNone/>
              <a:defRPr sz="3600">
                <a:solidFill>
                  <a:schemeClr val="accent2"/>
                </a:solidFill>
              </a:defRPr>
            </a:lvl8pPr>
            <a:lvl9pPr lvl="8"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144" name="Shape 144"/>
        <p:cNvGrpSpPr/>
        <p:nvPr/>
      </p:nvGrpSpPr>
      <p:grpSpPr>
        <a:xfrm>
          <a:off x="0" y="0"/>
          <a:ext cx="0" cy="0"/>
          <a:chOff x="0" y="0"/>
          <a:chExt cx="0" cy="0"/>
        </a:xfrm>
      </p:grpSpPr>
      <p:sp>
        <p:nvSpPr>
          <p:cNvPr id="145" name="Google Shape;145;p31"/>
          <p:cNvSpPr txBox="1"/>
          <p:nvPr>
            <p:ph type="title"/>
          </p:nvPr>
        </p:nvSpPr>
        <p:spPr>
          <a:xfrm>
            <a:off x="2208600" y="1016100"/>
            <a:ext cx="4726800" cy="31113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500">
                <a:solidFill>
                  <a:schemeClr val="accen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blipFill>
          <a:blip r:embed="rId2">
            <a:alphaModFix/>
          </a:blip>
          <a:stretch>
            <a:fillRect/>
          </a:stretch>
        </a:blipFill>
      </p:bgPr>
    </p:bg>
    <p:spTree>
      <p:nvGrpSpPr>
        <p:cNvPr id="146" name="Shape 146"/>
        <p:cNvGrpSpPr/>
        <p:nvPr/>
      </p:nvGrpSpPr>
      <p:grpSpPr>
        <a:xfrm>
          <a:off x="0" y="0"/>
          <a:ext cx="0" cy="0"/>
          <a:chOff x="0" y="0"/>
          <a:chExt cx="0" cy="0"/>
        </a:xfrm>
      </p:grpSpPr>
      <p:sp>
        <p:nvSpPr>
          <p:cNvPr id="147" name="Google Shape;147;p32"/>
          <p:cNvSpPr txBox="1"/>
          <p:nvPr>
            <p:ph type="title"/>
          </p:nvPr>
        </p:nvSpPr>
        <p:spPr>
          <a:xfrm>
            <a:off x="625025" y="35533"/>
            <a:ext cx="4045200" cy="14823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7200">
                <a:solidFill>
                  <a:schemeClr val="accent1"/>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48" name="Google Shape;148;p32"/>
          <p:cNvSpPr txBox="1"/>
          <p:nvPr>
            <p:ph idx="1" type="subTitle"/>
          </p:nvPr>
        </p:nvSpPr>
        <p:spPr>
          <a:xfrm>
            <a:off x="625025" y="1331190"/>
            <a:ext cx="3375300" cy="1431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149" name="Shape 149"/>
        <p:cNvGrpSpPr/>
        <p:nvPr/>
      </p:nvGrpSpPr>
      <p:grpSpPr>
        <a:xfrm>
          <a:off x="0" y="0"/>
          <a:ext cx="0" cy="0"/>
          <a:chOff x="0" y="0"/>
          <a:chExt cx="0" cy="0"/>
        </a:xfrm>
      </p:grpSpPr>
      <p:sp>
        <p:nvSpPr>
          <p:cNvPr id="150" name="Google Shape;150;p33"/>
          <p:cNvSpPr txBox="1"/>
          <p:nvPr>
            <p:ph type="ctrTitle"/>
          </p:nvPr>
        </p:nvSpPr>
        <p:spPr>
          <a:xfrm flipH="1">
            <a:off x="616848" y="1589117"/>
            <a:ext cx="3301800" cy="1325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3000">
                <a:solidFill>
                  <a:schemeClr val="accent1"/>
                </a:solidFill>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51" name="Google Shape;151;p33"/>
          <p:cNvSpPr txBox="1"/>
          <p:nvPr>
            <p:ph idx="1" type="subTitle"/>
          </p:nvPr>
        </p:nvSpPr>
        <p:spPr>
          <a:xfrm flipH="1">
            <a:off x="616948" y="2831770"/>
            <a:ext cx="2331300" cy="87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2">
    <p:spTree>
      <p:nvGrpSpPr>
        <p:cNvPr id="152" name="Shape 152"/>
        <p:cNvGrpSpPr/>
        <p:nvPr/>
      </p:nvGrpSpPr>
      <p:grpSpPr>
        <a:xfrm>
          <a:off x="0" y="0"/>
          <a:ext cx="0" cy="0"/>
          <a:chOff x="0" y="0"/>
          <a:chExt cx="0" cy="0"/>
        </a:xfrm>
      </p:grpSpPr>
      <p:sp>
        <p:nvSpPr>
          <p:cNvPr id="153" name="Google Shape;153;p34"/>
          <p:cNvSpPr txBox="1"/>
          <p:nvPr>
            <p:ph type="title"/>
          </p:nvPr>
        </p:nvSpPr>
        <p:spPr>
          <a:xfrm>
            <a:off x="625844" y="195325"/>
            <a:ext cx="2649300" cy="1838400"/>
          </a:xfrm>
          <a:prstGeom prst="rect">
            <a:avLst/>
          </a:prstGeom>
        </p:spPr>
        <p:txBody>
          <a:bodyPr anchorCtr="0" anchor="ctr" bIns="91425" lIns="91425" spcFirstLastPara="1" rIns="91425" wrap="square" tIns="91425">
            <a:noAutofit/>
          </a:bodyPr>
          <a:lstStyle>
            <a:lvl1pPr lvl="0">
              <a:spcBef>
                <a:spcPts val="0"/>
              </a:spcBef>
              <a:spcAft>
                <a:spcPts val="0"/>
              </a:spcAft>
              <a:buNone/>
              <a:defRPr>
                <a:solidFill>
                  <a:schemeClr val="accent4"/>
                </a:solidFill>
              </a:defRPr>
            </a:lvl1pPr>
            <a:lvl2pPr lvl="1">
              <a:spcBef>
                <a:spcPts val="0"/>
              </a:spcBef>
              <a:spcAft>
                <a:spcPts val="0"/>
              </a:spcAft>
              <a:buNone/>
              <a:defRPr>
                <a:solidFill>
                  <a:schemeClr val="accent4"/>
                </a:solidFill>
              </a:defRPr>
            </a:lvl2pPr>
            <a:lvl3pPr lvl="2">
              <a:spcBef>
                <a:spcPts val="0"/>
              </a:spcBef>
              <a:spcAft>
                <a:spcPts val="0"/>
              </a:spcAft>
              <a:buNone/>
              <a:defRPr>
                <a:solidFill>
                  <a:schemeClr val="accent4"/>
                </a:solidFill>
              </a:defRPr>
            </a:lvl3pPr>
            <a:lvl4pPr lvl="3">
              <a:spcBef>
                <a:spcPts val="0"/>
              </a:spcBef>
              <a:spcAft>
                <a:spcPts val="0"/>
              </a:spcAft>
              <a:buNone/>
              <a:defRPr>
                <a:solidFill>
                  <a:schemeClr val="accent4"/>
                </a:solidFill>
              </a:defRPr>
            </a:lvl4pPr>
            <a:lvl5pPr lvl="4">
              <a:spcBef>
                <a:spcPts val="0"/>
              </a:spcBef>
              <a:spcAft>
                <a:spcPts val="0"/>
              </a:spcAft>
              <a:buNone/>
              <a:defRPr>
                <a:solidFill>
                  <a:schemeClr val="accent4"/>
                </a:solidFill>
              </a:defRPr>
            </a:lvl5pPr>
            <a:lvl6pPr lvl="5">
              <a:spcBef>
                <a:spcPts val="0"/>
              </a:spcBef>
              <a:spcAft>
                <a:spcPts val="0"/>
              </a:spcAft>
              <a:buNone/>
              <a:defRPr>
                <a:solidFill>
                  <a:schemeClr val="accent4"/>
                </a:solidFill>
              </a:defRPr>
            </a:lvl6pPr>
            <a:lvl7pPr lvl="6">
              <a:spcBef>
                <a:spcPts val="0"/>
              </a:spcBef>
              <a:spcAft>
                <a:spcPts val="0"/>
              </a:spcAft>
              <a:buNone/>
              <a:defRPr>
                <a:solidFill>
                  <a:schemeClr val="accent4"/>
                </a:solidFill>
              </a:defRPr>
            </a:lvl7pPr>
            <a:lvl8pPr lvl="7">
              <a:spcBef>
                <a:spcPts val="0"/>
              </a:spcBef>
              <a:spcAft>
                <a:spcPts val="0"/>
              </a:spcAft>
              <a:buNone/>
              <a:defRPr>
                <a:solidFill>
                  <a:schemeClr val="accent4"/>
                </a:solidFill>
              </a:defRPr>
            </a:lvl8pPr>
            <a:lvl9pPr lvl="8">
              <a:spcBef>
                <a:spcPts val="0"/>
              </a:spcBef>
              <a:spcAft>
                <a:spcPts val="0"/>
              </a:spcAft>
              <a:buNone/>
              <a:defRPr>
                <a:solidFill>
                  <a:schemeClr val="accent4"/>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9">
    <p:bg>
      <p:bgPr>
        <a:blipFill>
          <a:blip r:embed="rId2">
            <a:alphaModFix/>
          </a:blip>
          <a:stretch>
            <a:fillRect/>
          </a:stretch>
        </a:blipFill>
      </p:bgPr>
    </p:bg>
    <p:spTree>
      <p:nvGrpSpPr>
        <p:cNvPr id="154" name="Shape 154"/>
        <p:cNvGrpSpPr/>
        <p:nvPr/>
      </p:nvGrpSpPr>
      <p:grpSpPr>
        <a:xfrm>
          <a:off x="0" y="0"/>
          <a:ext cx="0" cy="0"/>
          <a:chOff x="0" y="0"/>
          <a:chExt cx="0" cy="0"/>
        </a:xfrm>
      </p:grpSpPr>
      <p:sp>
        <p:nvSpPr>
          <p:cNvPr id="155" name="Google Shape;155;p35"/>
          <p:cNvSpPr txBox="1"/>
          <p:nvPr>
            <p:ph type="ctrTitle"/>
          </p:nvPr>
        </p:nvSpPr>
        <p:spPr>
          <a:xfrm flipH="1">
            <a:off x="773250" y="1735721"/>
            <a:ext cx="25041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a:solidFill>
                  <a:schemeClr val="accent1"/>
                </a:solidFill>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56" name="Google Shape;156;p35"/>
          <p:cNvSpPr txBox="1"/>
          <p:nvPr>
            <p:ph idx="1" type="subTitle"/>
          </p:nvPr>
        </p:nvSpPr>
        <p:spPr>
          <a:xfrm flipH="1">
            <a:off x="773250" y="2243946"/>
            <a:ext cx="2504100" cy="74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57" name="Google Shape;157;p35"/>
          <p:cNvSpPr txBox="1"/>
          <p:nvPr>
            <p:ph hasCustomPrompt="1" idx="2" type="title"/>
          </p:nvPr>
        </p:nvSpPr>
        <p:spPr>
          <a:xfrm>
            <a:off x="1760724" y="1238601"/>
            <a:ext cx="5292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5500"/>
              <a:buNone/>
              <a:defRPr sz="3600"/>
            </a:lvl1pPr>
            <a:lvl2pPr lvl="1"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
        <p:nvSpPr>
          <p:cNvPr id="158" name="Google Shape;158;p35"/>
          <p:cNvSpPr txBox="1"/>
          <p:nvPr>
            <p:ph idx="3" type="ctrTitle"/>
          </p:nvPr>
        </p:nvSpPr>
        <p:spPr>
          <a:xfrm flipH="1">
            <a:off x="3379651" y="1735789"/>
            <a:ext cx="23847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a:solidFill>
                  <a:schemeClr val="accent1"/>
                </a:solidFill>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59" name="Google Shape;159;p35"/>
          <p:cNvSpPr txBox="1"/>
          <p:nvPr>
            <p:ph idx="4" type="subTitle"/>
          </p:nvPr>
        </p:nvSpPr>
        <p:spPr>
          <a:xfrm flipH="1">
            <a:off x="3277350" y="2243949"/>
            <a:ext cx="2589300" cy="74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60" name="Google Shape;160;p35"/>
          <p:cNvSpPr txBox="1"/>
          <p:nvPr>
            <p:ph hasCustomPrompt="1" idx="5" type="title"/>
          </p:nvPr>
        </p:nvSpPr>
        <p:spPr>
          <a:xfrm>
            <a:off x="4098299" y="1238612"/>
            <a:ext cx="9474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5500"/>
              <a:buNone/>
              <a:defRPr sz="3600"/>
            </a:lvl1pPr>
            <a:lvl2pPr lvl="1"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
        <p:nvSpPr>
          <p:cNvPr id="161" name="Google Shape;161;p35"/>
          <p:cNvSpPr txBox="1"/>
          <p:nvPr>
            <p:ph idx="6" type="ctrTitle"/>
          </p:nvPr>
        </p:nvSpPr>
        <p:spPr>
          <a:xfrm flipH="1">
            <a:off x="5792712" y="1742097"/>
            <a:ext cx="24531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a:solidFill>
                  <a:schemeClr val="accent1"/>
                </a:solidFill>
              </a:defRPr>
            </a:lvl1pPr>
            <a:lvl2pPr lvl="1">
              <a:spcBef>
                <a:spcPts val="0"/>
              </a:spcBef>
              <a:spcAft>
                <a:spcPts val="0"/>
              </a:spcAft>
              <a:buClr>
                <a:srgbClr val="434343"/>
              </a:buClr>
              <a:buSzPts val="1800"/>
              <a:buNone/>
              <a:defRPr sz="1800">
                <a:solidFill>
                  <a:srgbClr val="434343"/>
                </a:solidFill>
              </a:defRPr>
            </a:lvl2pPr>
            <a:lvl3pPr lvl="2">
              <a:spcBef>
                <a:spcPts val="0"/>
              </a:spcBef>
              <a:spcAft>
                <a:spcPts val="0"/>
              </a:spcAft>
              <a:buClr>
                <a:srgbClr val="434343"/>
              </a:buClr>
              <a:buSzPts val="1800"/>
              <a:buNone/>
              <a:defRPr sz="1800">
                <a:solidFill>
                  <a:srgbClr val="434343"/>
                </a:solidFill>
              </a:defRPr>
            </a:lvl3pPr>
            <a:lvl4pPr lvl="3">
              <a:spcBef>
                <a:spcPts val="0"/>
              </a:spcBef>
              <a:spcAft>
                <a:spcPts val="0"/>
              </a:spcAft>
              <a:buClr>
                <a:srgbClr val="434343"/>
              </a:buClr>
              <a:buSzPts val="1800"/>
              <a:buNone/>
              <a:defRPr sz="1800">
                <a:solidFill>
                  <a:srgbClr val="434343"/>
                </a:solidFill>
              </a:defRPr>
            </a:lvl4pPr>
            <a:lvl5pPr lvl="4">
              <a:spcBef>
                <a:spcPts val="0"/>
              </a:spcBef>
              <a:spcAft>
                <a:spcPts val="0"/>
              </a:spcAft>
              <a:buClr>
                <a:srgbClr val="434343"/>
              </a:buClr>
              <a:buSzPts val="1800"/>
              <a:buNone/>
              <a:defRPr sz="1800">
                <a:solidFill>
                  <a:srgbClr val="434343"/>
                </a:solidFill>
              </a:defRPr>
            </a:lvl5pPr>
            <a:lvl6pPr lvl="5">
              <a:spcBef>
                <a:spcPts val="0"/>
              </a:spcBef>
              <a:spcAft>
                <a:spcPts val="0"/>
              </a:spcAft>
              <a:buClr>
                <a:srgbClr val="434343"/>
              </a:buClr>
              <a:buSzPts val="1800"/>
              <a:buNone/>
              <a:defRPr sz="1800">
                <a:solidFill>
                  <a:srgbClr val="434343"/>
                </a:solidFill>
              </a:defRPr>
            </a:lvl6pPr>
            <a:lvl7pPr lvl="6">
              <a:spcBef>
                <a:spcPts val="0"/>
              </a:spcBef>
              <a:spcAft>
                <a:spcPts val="0"/>
              </a:spcAft>
              <a:buClr>
                <a:srgbClr val="434343"/>
              </a:buClr>
              <a:buSzPts val="1800"/>
              <a:buNone/>
              <a:defRPr sz="1800">
                <a:solidFill>
                  <a:srgbClr val="434343"/>
                </a:solidFill>
              </a:defRPr>
            </a:lvl7pPr>
            <a:lvl8pPr lvl="7">
              <a:spcBef>
                <a:spcPts val="0"/>
              </a:spcBef>
              <a:spcAft>
                <a:spcPts val="0"/>
              </a:spcAft>
              <a:buClr>
                <a:srgbClr val="434343"/>
              </a:buClr>
              <a:buSzPts val="1800"/>
              <a:buNone/>
              <a:defRPr sz="1800">
                <a:solidFill>
                  <a:srgbClr val="434343"/>
                </a:solidFill>
              </a:defRPr>
            </a:lvl8pPr>
            <a:lvl9pPr lvl="8">
              <a:spcBef>
                <a:spcPts val="0"/>
              </a:spcBef>
              <a:spcAft>
                <a:spcPts val="0"/>
              </a:spcAft>
              <a:buClr>
                <a:srgbClr val="434343"/>
              </a:buClr>
              <a:buSzPts val="1800"/>
              <a:buNone/>
              <a:defRPr sz="1800">
                <a:solidFill>
                  <a:srgbClr val="434343"/>
                </a:solidFill>
              </a:defRPr>
            </a:lvl9pPr>
          </a:lstStyle>
          <a:p/>
        </p:txBody>
      </p:sp>
      <p:sp>
        <p:nvSpPr>
          <p:cNvPr id="162" name="Google Shape;162;p35"/>
          <p:cNvSpPr txBox="1"/>
          <p:nvPr>
            <p:ph idx="7" type="subTitle"/>
          </p:nvPr>
        </p:nvSpPr>
        <p:spPr>
          <a:xfrm flipH="1">
            <a:off x="5724613" y="2243940"/>
            <a:ext cx="2589300" cy="74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200"/>
              <a:buNone/>
              <a:defRPr/>
            </a:lvl3pPr>
            <a:lvl4pPr lvl="3">
              <a:lnSpc>
                <a:spcPct val="100000"/>
              </a:lnSpc>
              <a:spcBef>
                <a:spcPts val="0"/>
              </a:spcBef>
              <a:spcAft>
                <a:spcPts val="0"/>
              </a:spcAft>
              <a:buSzPts val="1200"/>
              <a:buNone/>
              <a:defRPr/>
            </a:lvl4pPr>
            <a:lvl5pPr lvl="4">
              <a:lnSpc>
                <a:spcPct val="100000"/>
              </a:lnSpc>
              <a:spcBef>
                <a:spcPts val="0"/>
              </a:spcBef>
              <a:spcAft>
                <a:spcPts val="0"/>
              </a:spcAft>
              <a:buSzPts val="1200"/>
              <a:buNone/>
              <a:defRPr/>
            </a:lvl5pPr>
            <a:lvl6pPr lvl="5">
              <a:lnSpc>
                <a:spcPct val="100000"/>
              </a:lnSpc>
              <a:spcBef>
                <a:spcPts val="0"/>
              </a:spcBef>
              <a:spcAft>
                <a:spcPts val="0"/>
              </a:spcAft>
              <a:buSzPts val="1200"/>
              <a:buNone/>
              <a:defRPr/>
            </a:lvl6pPr>
            <a:lvl7pPr lvl="6">
              <a:lnSpc>
                <a:spcPct val="100000"/>
              </a:lnSpc>
              <a:spcBef>
                <a:spcPts val="0"/>
              </a:spcBef>
              <a:spcAft>
                <a:spcPts val="0"/>
              </a:spcAft>
              <a:buSzPts val="1200"/>
              <a:buNone/>
              <a:defRPr/>
            </a:lvl7pPr>
            <a:lvl8pPr lvl="7">
              <a:lnSpc>
                <a:spcPct val="100000"/>
              </a:lnSpc>
              <a:spcBef>
                <a:spcPts val="0"/>
              </a:spcBef>
              <a:spcAft>
                <a:spcPts val="0"/>
              </a:spcAft>
              <a:buSzPts val="1200"/>
              <a:buNone/>
              <a:defRPr/>
            </a:lvl8pPr>
            <a:lvl9pPr lvl="8">
              <a:lnSpc>
                <a:spcPct val="100000"/>
              </a:lnSpc>
              <a:spcBef>
                <a:spcPts val="0"/>
              </a:spcBef>
              <a:spcAft>
                <a:spcPts val="0"/>
              </a:spcAft>
              <a:buSzPts val="1200"/>
              <a:buNone/>
              <a:defRPr/>
            </a:lvl9pPr>
          </a:lstStyle>
          <a:p/>
        </p:txBody>
      </p:sp>
      <p:sp>
        <p:nvSpPr>
          <p:cNvPr id="163" name="Google Shape;163;p35"/>
          <p:cNvSpPr txBox="1"/>
          <p:nvPr>
            <p:ph hasCustomPrompt="1" idx="8" type="title"/>
          </p:nvPr>
        </p:nvSpPr>
        <p:spPr>
          <a:xfrm>
            <a:off x="6492612" y="1239070"/>
            <a:ext cx="10533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5500"/>
              <a:buNone/>
              <a:defRPr sz="3600"/>
            </a:lvl1pPr>
            <a:lvl2pPr lvl="1">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
        <p:nvSpPr>
          <p:cNvPr id="164" name="Google Shape;164;p35"/>
          <p:cNvSpPr txBox="1"/>
          <p:nvPr>
            <p:ph idx="9" type="ctrTitle"/>
          </p:nvPr>
        </p:nvSpPr>
        <p:spPr>
          <a:xfrm flipH="1">
            <a:off x="2042356" y="3407989"/>
            <a:ext cx="24531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a:solidFill>
                  <a:schemeClr val="accent1"/>
                </a:solidFill>
              </a:defRPr>
            </a:lvl1pPr>
            <a:lvl2pPr lvl="1">
              <a:spcBef>
                <a:spcPts val="0"/>
              </a:spcBef>
              <a:spcAft>
                <a:spcPts val="0"/>
              </a:spcAft>
              <a:buClr>
                <a:srgbClr val="434343"/>
              </a:buClr>
              <a:buSzPts val="1800"/>
              <a:buNone/>
              <a:defRPr sz="1800">
                <a:solidFill>
                  <a:srgbClr val="434343"/>
                </a:solidFill>
              </a:defRPr>
            </a:lvl2pPr>
            <a:lvl3pPr lvl="2">
              <a:spcBef>
                <a:spcPts val="0"/>
              </a:spcBef>
              <a:spcAft>
                <a:spcPts val="0"/>
              </a:spcAft>
              <a:buClr>
                <a:srgbClr val="434343"/>
              </a:buClr>
              <a:buSzPts val="1800"/>
              <a:buNone/>
              <a:defRPr sz="1800">
                <a:solidFill>
                  <a:srgbClr val="434343"/>
                </a:solidFill>
              </a:defRPr>
            </a:lvl3pPr>
            <a:lvl4pPr lvl="3">
              <a:spcBef>
                <a:spcPts val="0"/>
              </a:spcBef>
              <a:spcAft>
                <a:spcPts val="0"/>
              </a:spcAft>
              <a:buClr>
                <a:srgbClr val="434343"/>
              </a:buClr>
              <a:buSzPts val="1800"/>
              <a:buNone/>
              <a:defRPr sz="1800">
                <a:solidFill>
                  <a:srgbClr val="434343"/>
                </a:solidFill>
              </a:defRPr>
            </a:lvl4pPr>
            <a:lvl5pPr lvl="4">
              <a:spcBef>
                <a:spcPts val="0"/>
              </a:spcBef>
              <a:spcAft>
                <a:spcPts val="0"/>
              </a:spcAft>
              <a:buClr>
                <a:srgbClr val="434343"/>
              </a:buClr>
              <a:buSzPts val="1800"/>
              <a:buNone/>
              <a:defRPr sz="1800">
                <a:solidFill>
                  <a:srgbClr val="434343"/>
                </a:solidFill>
              </a:defRPr>
            </a:lvl5pPr>
            <a:lvl6pPr lvl="5">
              <a:spcBef>
                <a:spcPts val="0"/>
              </a:spcBef>
              <a:spcAft>
                <a:spcPts val="0"/>
              </a:spcAft>
              <a:buClr>
                <a:srgbClr val="434343"/>
              </a:buClr>
              <a:buSzPts val="1800"/>
              <a:buNone/>
              <a:defRPr sz="1800">
                <a:solidFill>
                  <a:srgbClr val="434343"/>
                </a:solidFill>
              </a:defRPr>
            </a:lvl6pPr>
            <a:lvl7pPr lvl="6">
              <a:spcBef>
                <a:spcPts val="0"/>
              </a:spcBef>
              <a:spcAft>
                <a:spcPts val="0"/>
              </a:spcAft>
              <a:buClr>
                <a:srgbClr val="434343"/>
              </a:buClr>
              <a:buSzPts val="1800"/>
              <a:buNone/>
              <a:defRPr sz="1800">
                <a:solidFill>
                  <a:srgbClr val="434343"/>
                </a:solidFill>
              </a:defRPr>
            </a:lvl7pPr>
            <a:lvl8pPr lvl="7">
              <a:spcBef>
                <a:spcPts val="0"/>
              </a:spcBef>
              <a:spcAft>
                <a:spcPts val="0"/>
              </a:spcAft>
              <a:buClr>
                <a:srgbClr val="434343"/>
              </a:buClr>
              <a:buSzPts val="1800"/>
              <a:buNone/>
              <a:defRPr sz="1800">
                <a:solidFill>
                  <a:srgbClr val="434343"/>
                </a:solidFill>
              </a:defRPr>
            </a:lvl8pPr>
            <a:lvl9pPr lvl="8">
              <a:spcBef>
                <a:spcPts val="0"/>
              </a:spcBef>
              <a:spcAft>
                <a:spcPts val="0"/>
              </a:spcAft>
              <a:buClr>
                <a:srgbClr val="434343"/>
              </a:buClr>
              <a:buSzPts val="1800"/>
              <a:buNone/>
              <a:defRPr sz="1800">
                <a:solidFill>
                  <a:srgbClr val="434343"/>
                </a:solidFill>
              </a:defRPr>
            </a:lvl9pPr>
          </a:lstStyle>
          <a:p/>
        </p:txBody>
      </p:sp>
      <p:sp>
        <p:nvSpPr>
          <p:cNvPr id="165" name="Google Shape;165;p35"/>
          <p:cNvSpPr txBox="1"/>
          <p:nvPr>
            <p:ph idx="13" type="subTitle"/>
          </p:nvPr>
        </p:nvSpPr>
        <p:spPr>
          <a:xfrm flipH="1">
            <a:off x="2042356" y="3918766"/>
            <a:ext cx="2453100" cy="577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200"/>
              <a:buNone/>
              <a:defRPr/>
            </a:lvl3pPr>
            <a:lvl4pPr lvl="3">
              <a:lnSpc>
                <a:spcPct val="100000"/>
              </a:lnSpc>
              <a:spcBef>
                <a:spcPts val="0"/>
              </a:spcBef>
              <a:spcAft>
                <a:spcPts val="0"/>
              </a:spcAft>
              <a:buSzPts val="1200"/>
              <a:buNone/>
              <a:defRPr/>
            </a:lvl4pPr>
            <a:lvl5pPr lvl="4">
              <a:lnSpc>
                <a:spcPct val="100000"/>
              </a:lnSpc>
              <a:spcBef>
                <a:spcPts val="0"/>
              </a:spcBef>
              <a:spcAft>
                <a:spcPts val="0"/>
              </a:spcAft>
              <a:buSzPts val="1200"/>
              <a:buNone/>
              <a:defRPr/>
            </a:lvl5pPr>
            <a:lvl6pPr lvl="5">
              <a:lnSpc>
                <a:spcPct val="100000"/>
              </a:lnSpc>
              <a:spcBef>
                <a:spcPts val="0"/>
              </a:spcBef>
              <a:spcAft>
                <a:spcPts val="0"/>
              </a:spcAft>
              <a:buSzPts val="1200"/>
              <a:buNone/>
              <a:defRPr/>
            </a:lvl6pPr>
            <a:lvl7pPr lvl="6">
              <a:lnSpc>
                <a:spcPct val="100000"/>
              </a:lnSpc>
              <a:spcBef>
                <a:spcPts val="0"/>
              </a:spcBef>
              <a:spcAft>
                <a:spcPts val="0"/>
              </a:spcAft>
              <a:buSzPts val="1200"/>
              <a:buNone/>
              <a:defRPr/>
            </a:lvl7pPr>
            <a:lvl8pPr lvl="7">
              <a:lnSpc>
                <a:spcPct val="100000"/>
              </a:lnSpc>
              <a:spcBef>
                <a:spcPts val="0"/>
              </a:spcBef>
              <a:spcAft>
                <a:spcPts val="0"/>
              </a:spcAft>
              <a:buSzPts val="1200"/>
              <a:buNone/>
              <a:defRPr/>
            </a:lvl8pPr>
            <a:lvl9pPr lvl="8">
              <a:lnSpc>
                <a:spcPct val="100000"/>
              </a:lnSpc>
              <a:spcBef>
                <a:spcPts val="0"/>
              </a:spcBef>
              <a:spcAft>
                <a:spcPts val="0"/>
              </a:spcAft>
              <a:buSzPts val="1200"/>
              <a:buNone/>
              <a:defRPr/>
            </a:lvl9pPr>
          </a:lstStyle>
          <a:p/>
        </p:txBody>
      </p:sp>
      <p:sp>
        <p:nvSpPr>
          <p:cNvPr id="166" name="Google Shape;166;p35"/>
          <p:cNvSpPr txBox="1"/>
          <p:nvPr>
            <p:ph hasCustomPrompt="1" idx="14" type="title"/>
          </p:nvPr>
        </p:nvSpPr>
        <p:spPr>
          <a:xfrm>
            <a:off x="2795206" y="2903084"/>
            <a:ext cx="9474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5500"/>
              <a:buNone/>
              <a:defRPr sz="3600"/>
            </a:lvl1pPr>
            <a:lvl2pPr lvl="1">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
        <p:nvSpPr>
          <p:cNvPr id="167" name="Google Shape;167;p35"/>
          <p:cNvSpPr txBox="1"/>
          <p:nvPr>
            <p:ph idx="15" type="ctrTitle"/>
          </p:nvPr>
        </p:nvSpPr>
        <p:spPr>
          <a:xfrm flipH="1">
            <a:off x="4571146" y="3407989"/>
            <a:ext cx="24531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a:solidFill>
                  <a:schemeClr val="accent1"/>
                </a:solidFill>
              </a:defRPr>
            </a:lvl1pPr>
            <a:lvl2pPr lvl="1">
              <a:spcBef>
                <a:spcPts val="0"/>
              </a:spcBef>
              <a:spcAft>
                <a:spcPts val="0"/>
              </a:spcAft>
              <a:buClr>
                <a:srgbClr val="434343"/>
              </a:buClr>
              <a:buSzPts val="1800"/>
              <a:buNone/>
              <a:defRPr sz="1800">
                <a:solidFill>
                  <a:srgbClr val="434343"/>
                </a:solidFill>
              </a:defRPr>
            </a:lvl2pPr>
            <a:lvl3pPr lvl="2">
              <a:spcBef>
                <a:spcPts val="0"/>
              </a:spcBef>
              <a:spcAft>
                <a:spcPts val="0"/>
              </a:spcAft>
              <a:buClr>
                <a:srgbClr val="434343"/>
              </a:buClr>
              <a:buSzPts val="1800"/>
              <a:buNone/>
              <a:defRPr sz="1800">
                <a:solidFill>
                  <a:srgbClr val="434343"/>
                </a:solidFill>
              </a:defRPr>
            </a:lvl3pPr>
            <a:lvl4pPr lvl="3">
              <a:spcBef>
                <a:spcPts val="0"/>
              </a:spcBef>
              <a:spcAft>
                <a:spcPts val="0"/>
              </a:spcAft>
              <a:buClr>
                <a:srgbClr val="434343"/>
              </a:buClr>
              <a:buSzPts val="1800"/>
              <a:buNone/>
              <a:defRPr sz="1800">
                <a:solidFill>
                  <a:srgbClr val="434343"/>
                </a:solidFill>
              </a:defRPr>
            </a:lvl4pPr>
            <a:lvl5pPr lvl="4">
              <a:spcBef>
                <a:spcPts val="0"/>
              </a:spcBef>
              <a:spcAft>
                <a:spcPts val="0"/>
              </a:spcAft>
              <a:buClr>
                <a:srgbClr val="434343"/>
              </a:buClr>
              <a:buSzPts val="1800"/>
              <a:buNone/>
              <a:defRPr sz="1800">
                <a:solidFill>
                  <a:srgbClr val="434343"/>
                </a:solidFill>
              </a:defRPr>
            </a:lvl5pPr>
            <a:lvl6pPr lvl="5">
              <a:spcBef>
                <a:spcPts val="0"/>
              </a:spcBef>
              <a:spcAft>
                <a:spcPts val="0"/>
              </a:spcAft>
              <a:buClr>
                <a:srgbClr val="434343"/>
              </a:buClr>
              <a:buSzPts val="1800"/>
              <a:buNone/>
              <a:defRPr sz="1800">
                <a:solidFill>
                  <a:srgbClr val="434343"/>
                </a:solidFill>
              </a:defRPr>
            </a:lvl6pPr>
            <a:lvl7pPr lvl="6">
              <a:spcBef>
                <a:spcPts val="0"/>
              </a:spcBef>
              <a:spcAft>
                <a:spcPts val="0"/>
              </a:spcAft>
              <a:buClr>
                <a:srgbClr val="434343"/>
              </a:buClr>
              <a:buSzPts val="1800"/>
              <a:buNone/>
              <a:defRPr sz="1800">
                <a:solidFill>
                  <a:srgbClr val="434343"/>
                </a:solidFill>
              </a:defRPr>
            </a:lvl7pPr>
            <a:lvl8pPr lvl="7">
              <a:spcBef>
                <a:spcPts val="0"/>
              </a:spcBef>
              <a:spcAft>
                <a:spcPts val="0"/>
              </a:spcAft>
              <a:buClr>
                <a:srgbClr val="434343"/>
              </a:buClr>
              <a:buSzPts val="1800"/>
              <a:buNone/>
              <a:defRPr sz="1800">
                <a:solidFill>
                  <a:srgbClr val="434343"/>
                </a:solidFill>
              </a:defRPr>
            </a:lvl8pPr>
            <a:lvl9pPr lvl="8">
              <a:spcBef>
                <a:spcPts val="0"/>
              </a:spcBef>
              <a:spcAft>
                <a:spcPts val="0"/>
              </a:spcAft>
              <a:buClr>
                <a:srgbClr val="434343"/>
              </a:buClr>
              <a:buSzPts val="1800"/>
              <a:buNone/>
              <a:defRPr sz="1800">
                <a:solidFill>
                  <a:srgbClr val="434343"/>
                </a:solidFill>
              </a:defRPr>
            </a:lvl9pPr>
          </a:lstStyle>
          <a:p/>
        </p:txBody>
      </p:sp>
      <p:sp>
        <p:nvSpPr>
          <p:cNvPr id="168" name="Google Shape;168;p35"/>
          <p:cNvSpPr txBox="1"/>
          <p:nvPr>
            <p:ph idx="16" type="subTitle"/>
          </p:nvPr>
        </p:nvSpPr>
        <p:spPr>
          <a:xfrm flipH="1">
            <a:off x="4605346" y="3918766"/>
            <a:ext cx="2384700" cy="577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200"/>
              <a:buNone/>
              <a:defRPr/>
            </a:lvl3pPr>
            <a:lvl4pPr lvl="3">
              <a:lnSpc>
                <a:spcPct val="100000"/>
              </a:lnSpc>
              <a:spcBef>
                <a:spcPts val="0"/>
              </a:spcBef>
              <a:spcAft>
                <a:spcPts val="0"/>
              </a:spcAft>
              <a:buSzPts val="1200"/>
              <a:buNone/>
              <a:defRPr/>
            </a:lvl4pPr>
            <a:lvl5pPr lvl="4">
              <a:lnSpc>
                <a:spcPct val="100000"/>
              </a:lnSpc>
              <a:spcBef>
                <a:spcPts val="0"/>
              </a:spcBef>
              <a:spcAft>
                <a:spcPts val="0"/>
              </a:spcAft>
              <a:buSzPts val="1200"/>
              <a:buNone/>
              <a:defRPr/>
            </a:lvl5pPr>
            <a:lvl6pPr lvl="5">
              <a:lnSpc>
                <a:spcPct val="100000"/>
              </a:lnSpc>
              <a:spcBef>
                <a:spcPts val="0"/>
              </a:spcBef>
              <a:spcAft>
                <a:spcPts val="0"/>
              </a:spcAft>
              <a:buSzPts val="1200"/>
              <a:buNone/>
              <a:defRPr/>
            </a:lvl6pPr>
            <a:lvl7pPr lvl="6">
              <a:lnSpc>
                <a:spcPct val="100000"/>
              </a:lnSpc>
              <a:spcBef>
                <a:spcPts val="0"/>
              </a:spcBef>
              <a:spcAft>
                <a:spcPts val="0"/>
              </a:spcAft>
              <a:buSzPts val="1200"/>
              <a:buNone/>
              <a:defRPr/>
            </a:lvl7pPr>
            <a:lvl8pPr lvl="7">
              <a:lnSpc>
                <a:spcPct val="100000"/>
              </a:lnSpc>
              <a:spcBef>
                <a:spcPts val="0"/>
              </a:spcBef>
              <a:spcAft>
                <a:spcPts val="0"/>
              </a:spcAft>
              <a:buSzPts val="1200"/>
              <a:buNone/>
              <a:defRPr/>
            </a:lvl8pPr>
            <a:lvl9pPr lvl="8">
              <a:lnSpc>
                <a:spcPct val="100000"/>
              </a:lnSpc>
              <a:spcBef>
                <a:spcPts val="0"/>
              </a:spcBef>
              <a:spcAft>
                <a:spcPts val="0"/>
              </a:spcAft>
              <a:buSzPts val="1200"/>
              <a:buNone/>
              <a:defRPr/>
            </a:lvl9pPr>
          </a:lstStyle>
          <a:p/>
        </p:txBody>
      </p:sp>
      <p:sp>
        <p:nvSpPr>
          <p:cNvPr id="169" name="Google Shape;169;p35"/>
          <p:cNvSpPr txBox="1"/>
          <p:nvPr>
            <p:ph hasCustomPrompt="1" idx="17" type="title"/>
          </p:nvPr>
        </p:nvSpPr>
        <p:spPr>
          <a:xfrm>
            <a:off x="5323996" y="2903084"/>
            <a:ext cx="9474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5500"/>
              <a:buNone/>
              <a:defRPr sz="3600"/>
            </a:lvl1pPr>
            <a:lvl2pPr lvl="1">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
        <p:nvSpPr>
          <p:cNvPr id="170" name="Google Shape;170;p35"/>
          <p:cNvSpPr txBox="1"/>
          <p:nvPr>
            <p:ph idx="18" type="title"/>
          </p:nvPr>
        </p:nvSpPr>
        <p:spPr>
          <a:xfrm>
            <a:off x="2421000" y="283608"/>
            <a:ext cx="4302000" cy="630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solidFill>
                  <a:schemeClr val="accent2"/>
                </a:solidFill>
              </a:defRPr>
            </a:lvl2pPr>
            <a:lvl3pPr lvl="2" algn="ctr">
              <a:spcBef>
                <a:spcPts val="0"/>
              </a:spcBef>
              <a:spcAft>
                <a:spcPts val="0"/>
              </a:spcAft>
              <a:buNone/>
              <a:defRPr sz="3600">
                <a:solidFill>
                  <a:schemeClr val="accent2"/>
                </a:solidFill>
              </a:defRPr>
            </a:lvl3pPr>
            <a:lvl4pPr lvl="3" algn="ctr">
              <a:spcBef>
                <a:spcPts val="0"/>
              </a:spcBef>
              <a:spcAft>
                <a:spcPts val="0"/>
              </a:spcAft>
              <a:buNone/>
              <a:defRPr sz="3600">
                <a:solidFill>
                  <a:schemeClr val="accent2"/>
                </a:solidFill>
              </a:defRPr>
            </a:lvl4pPr>
            <a:lvl5pPr lvl="4" algn="ctr">
              <a:spcBef>
                <a:spcPts val="0"/>
              </a:spcBef>
              <a:spcAft>
                <a:spcPts val="0"/>
              </a:spcAft>
              <a:buNone/>
              <a:defRPr sz="3600">
                <a:solidFill>
                  <a:schemeClr val="accent2"/>
                </a:solidFill>
              </a:defRPr>
            </a:lvl5pPr>
            <a:lvl6pPr lvl="5" algn="ctr">
              <a:spcBef>
                <a:spcPts val="0"/>
              </a:spcBef>
              <a:spcAft>
                <a:spcPts val="0"/>
              </a:spcAft>
              <a:buNone/>
              <a:defRPr sz="3600">
                <a:solidFill>
                  <a:schemeClr val="accent2"/>
                </a:solidFill>
              </a:defRPr>
            </a:lvl6pPr>
            <a:lvl7pPr lvl="6" algn="ctr">
              <a:spcBef>
                <a:spcPts val="0"/>
              </a:spcBef>
              <a:spcAft>
                <a:spcPts val="0"/>
              </a:spcAft>
              <a:buNone/>
              <a:defRPr sz="3600">
                <a:solidFill>
                  <a:schemeClr val="accent2"/>
                </a:solidFill>
              </a:defRPr>
            </a:lvl7pPr>
            <a:lvl8pPr lvl="7" algn="ctr">
              <a:spcBef>
                <a:spcPts val="0"/>
              </a:spcBef>
              <a:spcAft>
                <a:spcPts val="0"/>
              </a:spcAft>
              <a:buNone/>
              <a:defRPr sz="3600">
                <a:solidFill>
                  <a:schemeClr val="accent2"/>
                </a:solidFill>
              </a:defRPr>
            </a:lvl8pPr>
            <a:lvl9pPr lvl="8"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
    <p:bg>
      <p:bgPr>
        <a:blipFill>
          <a:blip r:embed="rId2">
            <a:alphaModFix/>
          </a:blip>
          <a:stretch>
            <a:fillRect/>
          </a:stretch>
        </a:blipFill>
      </p:bgPr>
    </p:bg>
    <p:spTree>
      <p:nvGrpSpPr>
        <p:cNvPr id="171" name="Shape 171"/>
        <p:cNvGrpSpPr/>
        <p:nvPr/>
      </p:nvGrpSpPr>
      <p:grpSpPr>
        <a:xfrm>
          <a:off x="0" y="0"/>
          <a:ext cx="0" cy="0"/>
          <a:chOff x="0" y="0"/>
          <a:chExt cx="0" cy="0"/>
        </a:xfrm>
      </p:grpSpPr>
      <p:sp>
        <p:nvSpPr>
          <p:cNvPr id="172" name="Google Shape;172;p36"/>
          <p:cNvSpPr txBox="1"/>
          <p:nvPr>
            <p:ph type="ctrTitle"/>
          </p:nvPr>
        </p:nvSpPr>
        <p:spPr>
          <a:xfrm flipH="1">
            <a:off x="6552430" y="2010857"/>
            <a:ext cx="15606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73" name="Google Shape;173;p36"/>
          <p:cNvSpPr txBox="1"/>
          <p:nvPr>
            <p:ph idx="1" type="subTitle"/>
          </p:nvPr>
        </p:nvSpPr>
        <p:spPr>
          <a:xfrm flipH="1">
            <a:off x="6472706" y="2473075"/>
            <a:ext cx="1719900" cy="875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74" name="Google Shape;174;p36"/>
          <p:cNvSpPr txBox="1"/>
          <p:nvPr>
            <p:ph idx="2" type="ctrTitle"/>
          </p:nvPr>
        </p:nvSpPr>
        <p:spPr>
          <a:xfrm flipH="1">
            <a:off x="3791699" y="2463578"/>
            <a:ext cx="15606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75" name="Google Shape;175;p36"/>
          <p:cNvSpPr txBox="1"/>
          <p:nvPr>
            <p:ph idx="3" type="subTitle"/>
          </p:nvPr>
        </p:nvSpPr>
        <p:spPr>
          <a:xfrm flipH="1">
            <a:off x="3791699" y="2938421"/>
            <a:ext cx="1560600" cy="875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76" name="Google Shape;176;p36"/>
          <p:cNvSpPr txBox="1"/>
          <p:nvPr>
            <p:ph idx="4" type="ctrTitle"/>
          </p:nvPr>
        </p:nvSpPr>
        <p:spPr>
          <a:xfrm flipH="1">
            <a:off x="1071599" y="2010857"/>
            <a:ext cx="15606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77" name="Google Shape;177;p36"/>
          <p:cNvSpPr txBox="1"/>
          <p:nvPr>
            <p:ph idx="5" type="subTitle"/>
          </p:nvPr>
        </p:nvSpPr>
        <p:spPr>
          <a:xfrm flipH="1">
            <a:off x="1071600" y="2473075"/>
            <a:ext cx="1560600" cy="875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78" name="Google Shape;178;p36"/>
          <p:cNvSpPr txBox="1"/>
          <p:nvPr>
            <p:ph idx="6" type="title"/>
          </p:nvPr>
        </p:nvSpPr>
        <p:spPr>
          <a:xfrm>
            <a:off x="2421000" y="283608"/>
            <a:ext cx="4302000" cy="630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solidFill>
                  <a:schemeClr val="accent2"/>
                </a:solidFill>
              </a:defRPr>
            </a:lvl2pPr>
            <a:lvl3pPr lvl="2" algn="ctr">
              <a:spcBef>
                <a:spcPts val="0"/>
              </a:spcBef>
              <a:spcAft>
                <a:spcPts val="0"/>
              </a:spcAft>
              <a:buNone/>
              <a:defRPr sz="3600">
                <a:solidFill>
                  <a:schemeClr val="accent2"/>
                </a:solidFill>
              </a:defRPr>
            </a:lvl3pPr>
            <a:lvl4pPr lvl="3" algn="ctr">
              <a:spcBef>
                <a:spcPts val="0"/>
              </a:spcBef>
              <a:spcAft>
                <a:spcPts val="0"/>
              </a:spcAft>
              <a:buNone/>
              <a:defRPr sz="3600">
                <a:solidFill>
                  <a:schemeClr val="accent2"/>
                </a:solidFill>
              </a:defRPr>
            </a:lvl4pPr>
            <a:lvl5pPr lvl="4" algn="ctr">
              <a:spcBef>
                <a:spcPts val="0"/>
              </a:spcBef>
              <a:spcAft>
                <a:spcPts val="0"/>
              </a:spcAft>
              <a:buNone/>
              <a:defRPr sz="3600">
                <a:solidFill>
                  <a:schemeClr val="accent2"/>
                </a:solidFill>
              </a:defRPr>
            </a:lvl5pPr>
            <a:lvl6pPr lvl="5" algn="ctr">
              <a:spcBef>
                <a:spcPts val="0"/>
              </a:spcBef>
              <a:spcAft>
                <a:spcPts val="0"/>
              </a:spcAft>
              <a:buNone/>
              <a:defRPr sz="3600">
                <a:solidFill>
                  <a:schemeClr val="accent2"/>
                </a:solidFill>
              </a:defRPr>
            </a:lvl6pPr>
            <a:lvl7pPr lvl="6" algn="ctr">
              <a:spcBef>
                <a:spcPts val="0"/>
              </a:spcBef>
              <a:spcAft>
                <a:spcPts val="0"/>
              </a:spcAft>
              <a:buNone/>
              <a:defRPr sz="3600">
                <a:solidFill>
                  <a:schemeClr val="accent2"/>
                </a:solidFill>
              </a:defRPr>
            </a:lvl7pPr>
            <a:lvl8pPr lvl="7" algn="ctr">
              <a:spcBef>
                <a:spcPts val="0"/>
              </a:spcBef>
              <a:spcAft>
                <a:spcPts val="0"/>
              </a:spcAft>
              <a:buNone/>
              <a:defRPr sz="3600">
                <a:solidFill>
                  <a:schemeClr val="accent2"/>
                </a:solidFill>
              </a:defRPr>
            </a:lvl8pPr>
            <a:lvl9pPr lvl="8"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_1">
    <p:bg>
      <p:bgPr>
        <a:blipFill>
          <a:blip r:embed="rId2">
            <a:alphaModFix/>
          </a:blip>
          <a:stretch>
            <a:fillRect/>
          </a:stretch>
        </a:blipFill>
      </p:bgPr>
    </p:bg>
    <p:spTree>
      <p:nvGrpSpPr>
        <p:cNvPr id="179" name="Shape 179"/>
        <p:cNvGrpSpPr/>
        <p:nvPr/>
      </p:nvGrpSpPr>
      <p:grpSpPr>
        <a:xfrm>
          <a:off x="0" y="0"/>
          <a:ext cx="0" cy="0"/>
          <a:chOff x="0" y="0"/>
          <a:chExt cx="0" cy="0"/>
        </a:xfrm>
      </p:grpSpPr>
      <p:sp>
        <p:nvSpPr>
          <p:cNvPr id="180" name="Google Shape;180;p37"/>
          <p:cNvSpPr txBox="1"/>
          <p:nvPr>
            <p:ph type="ctrTitle"/>
          </p:nvPr>
        </p:nvSpPr>
        <p:spPr>
          <a:xfrm flipH="1">
            <a:off x="5126168" y="3534082"/>
            <a:ext cx="1869300" cy="577800"/>
          </a:xfrm>
          <a:prstGeom prst="rect">
            <a:avLst/>
          </a:prstGeom>
        </p:spPr>
        <p:txBody>
          <a:bodyPr anchorCtr="0" anchor="t" bIns="91425" lIns="91425" spcFirstLastPara="1" rIns="91425" wrap="square" tIns="91425">
            <a:noAutofit/>
          </a:bodyPr>
          <a:lstStyle>
            <a:lvl1pPr lvl="0" algn="ctr">
              <a:spcBef>
                <a:spcPts val="0"/>
              </a:spcBef>
              <a:spcAft>
                <a:spcPts val="0"/>
              </a:spcAft>
              <a:buSzPts val="2400"/>
              <a:buNone/>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81" name="Google Shape;181;p37"/>
          <p:cNvSpPr txBox="1"/>
          <p:nvPr>
            <p:ph idx="1" type="subTitle"/>
          </p:nvPr>
        </p:nvSpPr>
        <p:spPr>
          <a:xfrm flipH="1">
            <a:off x="5126168" y="2966850"/>
            <a:ext cx="1869300" cy="64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82" name="Google Shape;182;p37"/>
          <p:cNvSpPr txBox="1"/>
          <p:nvPr>
            <p:ph idx="2" type="ctrTitle"/>
          </p:nvPr>
        </p:nvSpPr>
        <p:spPr>
          <a:xfrm flipH="1">
            <a:off x="5150318" y="2085436"/>
            <a:ext cx="1821000" cy="459300"/>
          </a:xfrm>
          <a:prstGeom prst="rect">
            <a:avLst/>
          </a:prstGeom>
        </p:spPr>
        <p:txBody>
          <a:bodyPr anchorCtr="0" anchor="t" bIns="91425" lIns="91425" spcFirstLastPara="1" rIns="91425" wrap="square" tIns="91425">
            <a:noAutofit/>
          </a:bodyPr>
          <a:lstStyle>
            <a:lvl1pPr lvl="0" algn="ctr">
              <a:spcBef>
                <a:spcPts val="0"/>
              </a:spcBef>
              <a:spcAft>
                <a:spcPts val="0"/>
              </a:spcAft>
              <a:buSzPts val="2400"/>
              <a:buNone/>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83" name="Google Shape;183;p37"/>
          <p:cNvSpPr txBox="1"/>
          <p:nvPr>
            <p:ph idx="3" type="subTitle"/>
          </p:nvPr>
        </p:nvSpPr>
        <p:spPr>
          <a:xfrm flipH="1">
            <a:off x="5126168" y="1517150"/>
            <a:ext cx="1869300" cy="64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84" name="Google Shape;184;p37"/>
          <p:cNvSpPr txBox="1"/>
          <p:nvPr>
            <p:ph idx="4" type="ctrTitle"/>
          </p:nvPr>
        </p:nvSpPr>
        <p:spPr>
          <a:xfrm flipH="1">
            <a:off x="2241967" y="2088936"/>
            <a:ext cx="1793700" cy="459300"/>
          </a:xfrm>
          <a:prstGeom prst="rect">
            <a:avLst/>
          </a:prstGeom>
        </p:spPr>
        <p:txBody>
          <a:bodyPr anchorCtr="0" anchor="t" bIns="91425" lIns="91425" spcFirstLastPara="1" rIns="91425" wrap="square" tIns="91425">
            <a:noAutofit/>
          </a:bodyPr>
          <a:lstStyle>
            <a:lvl1pPr lvl="0" algn="ctr">
              <a:spcBef>
                <a:spcPts val="0"/>
              </a:spcBef>
              <a:spcAft>
                <a:spcPts val="0"/>
              </a:spcAft>
              <a:buSzPts val="2400"/>
              <a:buNone/>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85" name="Google Shape;185;p37"/>
          <p:cNvSpPr txBox="1"/>
          <p:nvPr>
            <p:ph idx="5" type="subTitle"/>
          </p:nvPr>
        </p:nvSpPr>
        <p:spPr>
          <a:xfrm flipH="1">
            <a:off x="2204167" y="1517160"/>
            <a:ext cx="1869300" cy="64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86" name="Google Shape;186;p37"/>
          <p:cNvSpPr txBox="1"/>
          <p:nvPr>
            <p:ph idx="6" type="ctrTitle"/>
          </p:nvPr>
        </p:nvSpPr>
        <p:spPr>
          <a:xfrm flipH="1">
            <a:off x="2204167" y="3534082"/>
            <a:ext cx="1869300" cy="577800"/>
          </a:xfrm>
          <a:prstGeom prst="rect">
            <a:avLst/>
          </a:prstGeom>
        </p:spPr>
        <p:txBody>
          <a:bodyPr anchorCtr="0" anchor="t" bIns="91425" lIns="91425" spcFirstLastPara="1" rIns="91425" wrap="square" tIns="91425">
            <a:noAutofit/>
          </a:bodyPr>
          <a:lstStyle>
            <a:lvl1pPr lvl="0" algn="ctr">
              <a:spcBef>
                <a:spcPts val="0"/>
              </a:spcBef>
              <a:spcAft>
                <a:spcPts val="0"/>
              </a:spcAft>
              <a:buSzPts val="2400"/>
              <a:buNone/>
              <a:defRPr/>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87" name="Google Shape;187;p37"/>
          <p:cNvSpPr txBox="1"/>
          <p:nvPr>
            <p:ph idx="7" type="subTitle"/>
          </p:nvPr>
        </p:nvSpPr>
        <p:spPr>
          <a:xfrm flipH="1">
            <a:off x="2204167" y="2966850"/>
            <a:ext cx="1869300" cy="64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88" name="Google Shape;188;p37"/>
          <p:cNvSpPr txBox="1"/>
          <p:nvPr>
            <p:ph idx="8" type="title"/>
          </p:nvPr>
        </p:nvSpPr>
        <p:spPr>
          <a:xfrm>
            <a:off x="2421000" y="283608"/>
            <a:ext cx="4302000" cy="630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solidFill>
                  <a:schemeClr val="accent2"/>
                </a:solidFill>
              </a:defRPr>
            </a:lvl2pPr>
            <a:lvl3pPr lvl="2" algn="ctr">
              <a:spcBef>
                <a:spcPts val="0"/>
              </a:spcBef>
              <a:spcAft>
                <a:spcPts val="0"/>
              </a:spcAft>
              <a:buNone/>
              <a:defRPr sz="3600">
                <a:solidFill>
                  <a:schemeClr val="accent2"/>
                </a:solidFill>
              </a:defRPr>
            </a:lvl3pPr>
            <a:lvl4pPr lvl="3" algn="ctr">
              <a:spcBef>
                <a:spcPts val="0"/>
              </a:spcBef>
              <a:spcAft>
                <a:spcPts val="0"/>
              </a:spcAft>
              <a:buNone/>
              <a:defRPr sz="3600">
                <a:solidFill>
                  <a:schemeClr val="accent2"/>
                </a:solidFill>
              </a:defRPr>
            </a:lvl4pPr>
            <a:lvl5pPr lvl="4" algn="ctr">
              <a:spcBef>
                <a:spcPts val="0"/>
              </a:spcBef>
              <a:spcAft>
                <a:spcPts val="0"/>
              </a:spcAft>
              <a:buNone/>
              <a:defRPr sz="3600">
                <a:solidFill>
                  <a:schemeClr val="accent2"/>
                </a:solidFill>
              </a:defRPr>
            </a:lvl5pPr>
            <a:lvl6pPr lvl="5" algn="ctr">
              <a:spcBef>
                <a:spcPts val="0"/>
              </a:spcBef>
              <a:spcAft>
                <a:spcPts val="0"/>
              </a:spcAft>
              <a:buNone/>
              <a:defRPr sz="3600">
                <a:solidFill>
                  <a:schemeClr val="accent2"/>
                </a:solidFill>
              </a:defRPr>
            </a:lvl6pPr>
            <a:lvl7pPr lvl="6" algn="ctr">
              <a:spcBef>
                <a:spcPts val="0"/>
              </a:spcBef>
              <a:spcAft>
                <a:spcPts val="0"/>
              </a:spcAft>
              <a:buNone/>
              <a:defRPr sz="3600">
                <a:solidFill>
                  <a:schemeClr val="accent2"/>
                </a:solidFill>
              </a:defRPr>
            </a:lvl7pPr>
            <a:lvl8pPr lvl="7" algn="ctr">
              <a:spcBef>
                <a:spcPts val="0"/>
              </a:spcBef>
              <a:spcAft>
                <a:spcPts val="0"/>
              </a:spcAft>
              <a:buNone/>
              <a:defRPr sz="3600">
                <a:solidFill>
                  <a:schemeClr val="accent2"/>
                </a:solidFill>
              </a:defRPr>
            </a:lvl8pPr>
            <a:lvl9pPr lvl="8"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ms 2">
  <p:cSld name="TITLE_AND_TWO_COLUMNS_1">
    <p:bg>
      <p:bgPr>
        <a:blipFill>
          <a:blip r:embed="rId2">
            <a:alphaModFix/>
          </a:blip>
          <a:stretch>
            <a:fillRect/>
          </a:stretch>
        </a:blipFill>
      </p:bgPr>
    </p:bg>
    <p:spTree>
      <p:nvGrpSpPr>
        <p:cNvPr id="189" name="Shape 189"/>
        <p:cNvGrpSpPr/>
        <p:nvPr/>
      </p:nvGrpSpPr>
      <p:grpSpPr>
        <a:xfrm>
          <a:off x="0" y="0"/>
          <a:ext cx="0" cy="0"/>
          <a:chOff x="0" y="0"/>
          <a:chExt cx="0" cy="0"/>
        </a:xfrm>
      </p:grpSpPr>
      <p:sp>
        <p:nvSpPr>
          <p:cNvPr id="190" name="Google Shape;190;p38"/>
          <p:cNvSpPr txBox="1"/>
          <p:nvPr>
            <p:ph type="ctrTitle"/>
          </p:nvPr>
        </p:nvSpPr>
        <p:spPr>
          <a:xfrm flipH="1">
            <a:off x="989230" y="2431689"/>
            <a:ext cx="2012100" cy="577800"/>
          </a:xfrm>
          <a:prstGeom prst="rect">
            <a:avLst/>
          </a:prstGeom>
        </p:spPr>
        <p:txBody>
          <a:bodyPr anchorCtr="0" anchor="b" bIns="91425" lIns="91425" spcFirstLastPara="1" rIns="91425" wrap="square" tIns="91425">
            <a:noAutofit/>
          </a:bodyPr>
          <a:lstStyle>
            <a:lvl1pPr lvl="0" algn="r">
              <a:spcBef>
                <a:spcPts val="0"/>
              </a:spcBef>
              <a:spcAft>
                <a:spcPts val="0"/>
              </a:spcAft>
              <a:buSzPts val="2400"/>
              <a:buNone/>
              <a:defRPr sz="2200"/>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91" name="Google Shape;191;p38"/>
          <p:cNvSpPr txBox="1"/>
          <p:nvPr>
            <p:ph idx="1" type="subTitle"/>
          </p:nvPr>
        </p:nvSpPr>
        <p:spPr>
          <a:xfrm flipH="1">
            <a:off x="715630" y="2828489"/>
            <a:ext cx="2285700" cy="875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92" name="Google Shape;192;p38"/>
          <p:cNvSpPr txBox="1"/>
          <p:nvPr>
            <p:ph idx="2" type="ctrTitle"/>
          </p:nvPr>
        </p:nvSpPr>
        <p:spPr>
          <a:xfrm flipH="1">
            <a:off x="5754257" y="3249841"/>
            <a:ext cx="1560600" cy="5778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200"/>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93" name="Google Shape;193;p38"/>
          <p:cNvSpPr txBox="1"/>
          <p:nvPr>
            <p:ph idx="3" type="subTitle"/>
          </p:nvPr>
        </p:nvSpPr>
        <p:spPr>
          <a:xfrm flipH="1">
            <a:off x="5754257" y="3646373"/>
            <a:ext cx="2285700" cy="87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94" name="Google Shape;194;p38"/>
          <p:cNvSpPr txBox="1"/>
          <p:nvPr>
            <p:ph idx="4" type="ctrTitle"/>
          </p:nvPr>
        </p:nvSpPr>
        <p:spPr>
          <a:xfrm flipH="1">
            <a:off x="6095335" y="1398079"/>
            <a:ext cx="1560600" cy="5778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200"/>
            </a:lvl1pPr>
            <a:lvl2pPr lvl="1" algn="ctr">
              <a:spcBef>
                <a:spcPts val="0"/>
              </a:spcBef>
              <a:spcAft>
                <a:spcPts val="0"/>
              </a:spcAft>
              <a:buClr>
                <a:srgbClr val="434343"/>
              </a:buClr>
              <a:buSzPts val="1800"/>
              <a:buNone/>
              <a:defRPr sz="1800">
                <a:solidFill>
                  <a:srgbClr val="434343"/>
                </a:solidFill>
              </a:defRPr>
            </a:lvl2pPr>
            <a:lvl3pPr lvl="2" algn="ctr">
              <a:spcBef>
                <a:spcPts val="0"/>
              </a:spcBef>
              <a:spcAft>
                <a:spcPts val="0"/>
              </a:spcAft>
              <a:buClr>
                <a:srgbClr val="434343"/>
              </a:buClr>
              <a:buSzPts val="1800"/>
              <a:buNone/>
              <a:defRPr sz="1800">
                <a:solidFill>
                  <a:srgbClr val="434343"/>
                </a:solidFill>
              </a:defRPr>
            </a:lvl3pPr>
            <a:lvl4pPr lvl="3" algn="ctr">
              <a:spcBef>
                <a:spcPts val="0"/>
              </a:spcBef>
              <a:spcAft>
                <a:spcPts val="0"/>
              </a:spcAft>
              <a:buClr>
                <a:srgbClr val="434343"/>
              </a:buClr>
              <a:buSzPts val="1800"/>
              <a:buNone/>
              <a:defRPr sz="1800">
                <a:solidFill>
                  <a:srgbClr val="434343"/>
                </a:solidFill>
              </a:defRPr>
            </a:lvl4pPr>
            <a:lvl5pPr lvl="4" algn="ctr">
              <a:spcBef>
                <a:spcPts val="0"/>
              </a:spcBef>
              <a:spcAft>
                <a:spcPts val="0"/>
              </a:spcAft>
              <a:buClr>
                <a:srgbClr val="434343"/>
              </a:buClr>
              <a:buSzPts val="1800"/>
              <a:buNone/>
              <a:defRPr sz="1800">
                <a:solidFill>
                  <a:srgbClr val="434343"/>
                </a:solidFill>
              </a:defRPr>
            </a:lvl5pPr>
            <a:lvl6pPr lvl="5" algn="ctr">
              <a:spcBef>
                <a:spcPts val="0"/>
              </a:spcBef>
              <a:spcAft>
                <a:spcPts val="0"/>
              </a:spcAft>
              <a:buClr>
                <a:srgbClr val="434343"/>
              </a:buClr>
              <a:buSzPts val="1800"/>
              <a:buNone/>
              <a:defRPr sz="1800">
                <a:solidFill>
                  <a:srgbClr val="434343"/>
                </a:solidFill>
              </a:defRPr>
            </a:lvl6pPr>
            <a:lvl7pPr lvl="6" algn="ctr">
              <a:spcBef>
                <a:spcPts val="0"/>
              </a:spcBef>
              <a:spcAft>
                <a:spcPts val="0"/>
              </a:spcAft>
              <a:buClr>
                <a:srgbClr val="434343"/>
              </a:buClr>
              <a:buSzPts val="1800"/>
              <a:buNone/>
              <a:defRPr sz="1800">
                <a:solidFill>
                  <a:srgbClr val="434343"/>
                </a:solidFill>
              </a:defRPr>
            </a:lvl7pPr>
            <a:lvl8pPr lvl="7" algn="ctr">
              <a:spcBef>
                <a:spcPts val="0"/>
              </a:spcBef>
              <a:spcAft>
                <a:spcPts val="0"/>
              </a:spcAft>
              <a:buClr>
                <a:srgbClr val="434343"/>
              </a:buClr>
              <a:buSzPts val="1800"/>
              <a:buNone/>
              <a:defRPr sz="1800">
                <a:solidFill>
                  <a:srgbClr val="434343"/>
                </a:solidFill>
              </a:defRPr>
            </a:lvl8pPr>
            <a:lvl9pPr lvl="8" algn="ctr">
              <a:spcBef>
                <a:spcPts val="0"/>
              </a:spcBef>
              <a:spcAft>
                <a:spcPts val="0"/>
              </a:spcAft>
              <a:buClr>
                <a:srgbClr val="434343"/>
              </a:buClr>
              <a:buSzPts val="1800"/>
              <a:buNone/>
              <a:defRPr sz="1800">
                <a:solidFill>
                  <a:srgbClr val="434343"/>
                </a:solidFill>
              </a:defRPr>
            </a:lvl9pPr>
          </a:lstStyle>
          <a:p/>
        </p:txBody>
      </p:sp>
      <p:sp>
        <p:nvSpPr>
          <p:cNvPr id="195" name="Google Shape;195;p38"/>
          <p:cNvSpPr txBox="1"/>
          <p:nvPr>
            <p:ph idx="5" type="subTitle"/>
          </p:nvPr>
        </p:nvSpPr>
        <p:spPr>
          <a:xfrm flipH="1">
            <a:off x="6095335" y="1794611"/>
            <a:ext cx="2285700" cy="87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96" name="Google Shape;196;p38"/>
          <p:cNvSpPr txBox="1"/>
          <p:nvPr>
            <p:ph idx="6" type="title"/>
          </p:nvPr>
        </p:nvSpPr>
        <p:spPr>
          <a:xfrm>
            <a:off x="2421000" y="283608"/>
            <a:ext cx="4302000" cy="630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solidFill>
                  <a:schemeClr val="accent2"/>
                </a:solidFill>
              </a:defRPr>
            </a:lvl2pPr>
            <a:lvl3pPr lvl="2" algn="ctr">
              <a:spcBef>
                <a:spcPts val="0"/>
              </a:spcBef>
              <a:spcAft>
                <a:spcPts val="0"/>
              </a:spcAft>
              <a:buNone/>
              <a:defRPr sz="3600">
                <a:solidFill>
                  <a:schemeClr val="accent2"/>
                </a:solidFill>
              </a:defRPr>
            </a:lvl3pPr>
            <a:lvl4pPr lvl="3" algn="ctr">
              <a:spcBef>
                <a:spcPts val="0"/>
              </a:spcBef>
              <a:spcAft>
                <a:spcPts val="0"/>
              </a:spcAft>
              <a:buNone/>
              <a:defRPr sz="3600">
                <a:solidFill>
                  <a:schemeClr val="accent2"/>
                </a:solidFill>
              </a:defRPr>
            </a:lvl4pPr>
            <a:lvl5pPr lvl="4" algn="ctr">
              <a:spcBef>
                <a:spcPts val="0"/>
              </a:spcBef>
              <a:spcAft>
                <a:spcPts val="0"/>
              </a:spcAft>
              <a:buNone/>
              <a:defRPr sz="3600">
                <a:solidFill>
                  <a:schemeClr val="accent2"/>
                </a:solidFill>
              </a:defRPr>
            </a:lvl5pPr>
            <a:lvl6pPr lvl="5" algn="ctr">
              <a:spcBef>
                <a:spcPts val="0"/>
              </a:spcBef>
              <a:spcAft>
                <a:spcPts val="0"/>
              </a:spcAft>
              <a:buNone/>
              <a:defRPr sz="3600">
                <a:solidFill>
                  <a:schemeClr val="accent2"/>
                </a:solidFill>
              </a:defRPr>
            </a:lvl6pPr>
            <a:lvl7pPr lvl="6" algn="ctr">
              <a:spcBef>
                <a:spcPts val="0"/>
              </a:spcBef>
              <a:spcAft>
                <a:spcPts val="0"/>
              </a:spcAft>
              <a:buNone/>
              <a:defRPr sz="3600">
                <a:solidFill>
                  <a:schemeClr val="accent2"/>
                </a:solidFill>
              </a:defRPr>
            </a:lvl7pPr>
            <a:lvl8pPr lvl="7" algn="ctr">
              <a:spcBef>
                <a:spcPts val="0"/>
              </a:spcBef>
              <a:spcAft>
                <a:spcPts val="0"/>
              </a:spcAft>
              <a:buNone/>
              <a:defRPr sz="3600">
                <a:solidFill>
                  <a:schemeClr val="accent2"/>
                </a:solidFill>
              </a:defRPr>
            </a:lvl8pPr>
            <a:lvl9pPr lvl="8"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3">
    <p:bg>
      <p:bgPr>
        <a:blipFill>
          <a:blip r:embed="rId2">
            <a:alphaModFix/>
          </a:blip>
          <a:stretch>
            <a:fillRect/>
          </a:stretch>
        </a:blipFill>
      </p:bgPr>
    </p:bg>
    <p:spTree>
      <p:nvGrpSpPr>
        <p:cNvPr id="197" name="Shape 197"/>
        <p:cNvGrpSpPr/>
        <p:nvPr/>
      </p:nvGrpSpPr>
      <p:grpSpPr>
        <a:xfrm>
          <a:off x="0" y="0"/>
          <a:ext cx="0" cy="0"/>
          <a:chOff x="0" y="0"/>
          <a:chExt cx="0" cy="0"/>
        </a:xfrm>
      </p:grpSpPr>
      <p:sp>
        <p:nvSpPr>
          <p:cNvPr id="198" name="Google Shape;198;p39"/>
          <p:cNvSpPr txBox="1"/>
          <p:nvPr>
            <p:ph type="ctrTitle"/>
          </p:nvPr>
        </p:nvSpPr>
        <p:spPr>
          <a:xfrm flipH="1">
            <a:off x="2543653" y="1245955"/>
            <a:ext cx="15606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
              <a:buNone/>
              <a:defRPr>
                <a:solidFill>
                  <a:schemeClr val="accent1"/>
                </a:solidFill>
              </a:defRPr>
            </a:lvl1pPr>
            <a:lvl2pPr lvl="1" algn="ctr">
              <a:spcBef>
                <a:spcPts val="0"/>
              </a:spcBef>
              <a:spcAft>
                <a:spcPts val="0"/>
              </a:spcAft>
              <a:buClr>
                <a:srgbClr val="434343"/>
              </a:buClr>
              <a:buSzPts val="1400"/>
              <a:buNone/>
              <a:defRPr sz="1400">
                <a:solidFill>
                  <a:srgbClr val="434343"/>
                </a:solidFill>
              </a:defRPr>
            </a:lvl2pPr>
            <a:lvl3pPr lvl="2" algn="ctr">
              <a:spcBef>
                <a:spcPts val="0"/>
              </a:spcBef>
              <a:spcAft>
                <a:spcPts val="0"/>
              </a:spcAft>
              <a:buClr>
                <a:srgbClr val="434343"/>
              </a:buClr>
              <a:buSzPts val="1400"/>
              <a:buNone/>
              <a:defRPr sz="1400">
                <a:solidFill>
                  <a:srgbClr val="434343"/>
                </a:solidFill>
              </a:defRPr>
            </a:lvl3pPr>
            <a:lvl4pPr lvl="3" algn="ctr">
              <a:spcBef>
                <a:spcPts val="0"/>
              </a:spcBef>
              <a:spcAft>
                <a:spcPts val="0"/>
              </a:spcAft>
              <a:buClr>
                <a:srgbClr val="434343"/>
              </a:buClr>
              <a:buSzPts val="1400"/>
              <a:buNone/>
              <a:defRPr sz="1400">
                <a:solidFill>
                  <a:srgbClr val="434343"/>
                </a:solidFill>
              </a:defRPr>
            </a:lvl4pPr>
            <a:lvl5pPr lvl="4" algn="ctr">
              <a:spcBef>
                <a:spcPts val="0"/>
              </a:spcBef>
              <a:spcAft>
                <a:spcPts val="0"/>
              </a:spcAft>
              <a:buClr>
                <a:srgbClr val="434343"/>
              </a:buClr>
              <a:buSzPts val="1400"/>
              <a:buNone/>
              <a:defRPr sz="1400">
                <a:solidFill>
                  <a:srgbClr val="434343"/>
                </a:solidFill>
              </a:defRPr>
            </a:lvl5pPr>
            <a:lvl6pPr lvl="5" algn="ctr">
              <a:spcBef>
                <a:spcPts val="0"/>
              </a:spcBef>
              <a:spcAft>
                <a:spcPts val="0"/>
              </a:spcAft>
              <a:buClr>
                <a:srgbClr val="434343"/>
              </a:buClr>
              <a:buSzPts val="1400"/>
              <a:buNone/>
              <a:defRPr sz="1400">
                <a:solidFill>
                  <a:srgbClr val="434343"/>
                </a:solidFill>
              </a:defRPr>
            </a:lvl6pPr>
            <a:lvl7pPr lvl="6" algn="ctr">
              <a:spcBef>
                <a:spcPts val="0"/>
              </a:spcBef>
              <a:spcAft>
                <a:spcPts val="0"/>
              </a:spcAft>
              <a:buClr>
                <a:srgbClr val="434343"/>
              </a:buClr>
              <a:buSzPts val="1400"/>
              <a:buNone/>
              <a:defRPr sz="1400">
                <a:solidFill>
                  <a:srgbClr val="434343"/>
                </a:solidFill>
              </a:defRPr>
            </a:lvl7pPr>
            <a:lvl8pPr lvl="7" algn="ctr">
              <a:spcBef>
                <a:spcPts val="0"/>
              </a:spcBef>
              <a:spcAft>
                <a:spcPts val="0"/>
              </a:spcAft>
              <a:buClr>
                <a:srgbClr val="434343"/>
              </a:buClr>
              <a:buSzPts val="1400"/>
              <a:buNone/>
              <a:defRPr sz="1400">
                <a:solidFill>
                  <a:srgbClr val="434343"/>
                </a:solidFill>
              </a:defRPr>
            </a:lvl8pPr>
            <a:lvl9pPr lvl="8" algn="ctr">
              <a:spcBef>
                <a:spcPts val="0"/>
              </a:spcBef>
              <a:spcAft>
                <a:spcPts val="0"/>
              </a:spcAft>
              <a:buClr>
                <a:srgbClr val="434343"/>
              </a:buClr>
              <a:buSzPts val="1400"/>
              <a:buNone/>
              <a:defRPr sz="1400">
                <a:solidFill>
                  <a:srgbClr val="434343"/>
                </a:solidFill>
              </a:defRPr>
            </a:lvl9pPr>
          </a:lstStyle>
          <a:p/>
        </p:txBody>
      </p:sp>
      <p:sp>
        <p:nvSpPr>
          <p:cNvPr id="199" name="Google Shape;199;p39"/>
          <p:cNvSpPr txBox="1"/>
          <p:nvPr>
            <p:ph idx="1" type="subTitle"/>
          </p:nvPr>
        </p:nvSpPr>
        <p:spPr>
          <a:xfrm flipH="1">
            <a:off x="2266603" y="1627785"/>
            <a:ext cx="2114700" cy="875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00" name="Google Shape;200;p39"/>
          <p:cNvSpPr txBox="1"/>
          <p:nvPr>
            <p:ph idx="2" type="ctrTitle"/>
          </p:nvPr>
        </p:nvSpPr>
        <p:spPr>
          <a:xfrm flipH="1">
            <a:off x="2543653" y="3575283"/>
            <a:ext cx="15606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
              <a:buNone/>
              <a:defRPr>
                <a:solidFill>
                  <a:schemeClr val="accent1"/>
                </a:solidFill>
              </a:defRPr>
            </a:lvl1pPr>
            <a:lvl2pPr lvl="1" algn="ctr">
              <a:spcBef>
                <a:spcPts val="0"/>
              </a:spcBef>
              <a:spcAft>
                <a:spcPts val="0"/>
              </a:spcAft>
              <a:buClr>
                <a:srgbClr val="434343"/>
              </a:buClr>
              <a:buSzPts val="1400"/>
              <a:buNone/>
              <a:defRPr sz="1400">
                <a:solidFill>
                  <a:srgbClr val="434343"/>
                </a:solidFill>
              </a:defRPr>
            </a:lvl2pPr>
            <a:lvl3pPr lvl="2" algn="ctr">
              <a:spcBef>
                <a:spcPts val="0"/>
              </a:spcBef>
              <a:spcAft>
                <a:spcPts val="0"/>
              </a:spcAft>
              <a:buClr>
                <a:srgbClr val="434343"/>
              </a:buClr>
              <a:buSzPts val="1400"/>
              <a:buNone/>
              <a:defRPr sz="1400">
                <a:solidFill>
                  <a:srgbClr val="434343"/>
                </a:solidFill>
              </a:defRPr>
            </a:lvl3pPr>
            <a:lvl4pPr lvl="3" algn="ctr">
              <a:spcBef>
                <a:spcPts val="0"/>
              </a:spcBef>
              <a:spcAft>
                <a:spcPts val="0"/>
              </a:spcAft>
              <a:buClr>
                <a:srgbClr val="434343"/>
              </a:buClr>
              <a:buSzPts val="1400"/>
              <a:buNone/>
              <a:defRPr sz="1400">
                <a:solidFill>
                  <a:srgbClr val="434343"/>
                </a:solidFill>
              </a:defRPr>
            </a:lvl4pPr>
            <a:lvl5pPr lvl="4" algn="ctr">
              <a:spcBef>
                <a:spcPts val="0"/>
              </a:spcBef>
              <a:spcAft>
                <a:spcPts val="0"/>
              </a:spcAft>
              <a:buClr>
                <a:srgbClr val="434343"/>
              </a:buClr>
              <a:buSzPts val="1400"/>
              <a:buNone/>
              <a:defRPr sz="1400">
                <a:solidFill>
                  <a:srgbClr val="434343"/>
                </a:solidFill>
              </a:defRPr>
            </a:lvl5pPr>
            <a:lvl6pPr lvl="5" algn="ctr">
              <a:spcBef>
                <a:spcPts val="0"/>
              </a:spcBef>
              <a:spcAft>
                <a:spcPts val="0"/>
              </a:spcAft>
              <a:buClr>
                <a:srgbClr val="434343"/>
              </a:buClr>
              <a:buSzPts val="1400"/>
              <a:buNone/>
              <a:defRPr sz="1400">
                <a:solidFill>
                  <a:srgbClr val="434343"/>
                </a:solidFill>
              </a:defRPr>
            </a:lvl6pPr>
            <a:lvl7pPr lvl="6" algn="ctr">
              <a:spcBef>
                <a:spcPts val="0"/>
              </a:spcBef>
              <a:spcAft>
                <a:spcPts val="0"/>
              </a:spcAft>
              <a:buClr>
                <a:srgbClr val="434343"/>
              </a:buClr>
              <a:buSzPts val="1400"/>
              <a:buNone/>
              <a:defRPr sz="1400">
                <a:solidFill>
                  <a:srgbClr val="434343"/>
                </a:solidFill>
              </a:defRPr>
            </a:lvl7pPr>
            <a:lvl8pPr lvl="7" algn="ctr">
              <a:spcBef>
                <a:spcPts val="0"/>
              </a:spcBef>
              <a:spcAft>
                <a:spcPts val="0"/>
              </a:spcAft>
              <a:buClr>
                <a:srgbClr val="434343"/>
              </a:buClr>
              <a:buSzPts val="1400"/>
              <a:buNone/>
              <a:defRPr sz="1400">
                <a:solidFill>
                  <a:srgbClr val="434343"/>
                </a:solidFill>
              </a:defRPr>
            </a:lvl8pPr>
            <a:lvl9pPr lvl="8" algn="ctr">
              <a:spcBef>
                <a:spcPts val="0"/>
              </a:spcBef>
              <a:spcAft>
                <a:spcPts val="0"/>
              </a:spcAft>
              <a:buClr>
                <a:srgbClr val="434343"/>
              </a:buClr>
              <a:buSzPts val="1400"/>
              <a:buNone/>
              <a:defRPr sz="1400">
                <a:solidFill>
                  <a:srgbClr val="434343"/>
                </a:solidFill>
              </a:defRPr>
            </a:lvl9pPr>
          </a:lstStyle>
          <a:p/>
        </p:txBody>
      </p:sp>
      <p:sp>
        <p:nvSpPr>
          <p:cNvPr id="201" name="Google Shape;201;p39"/>
          <p:cNvSpPr txBox="1"/>
          <p:nvPr>
            <p:ph idx="3" type="subTitle"/>
          </p:nvPr>
        </p:nvSpPr>
        <p:spPr>
          <a:xfrm flipH="1">
            <a:off x="2266608" y="3958300"/>
            <a:ext cx="2114700" cy="875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02" name="Google Shape;202;p39"/>
          <p:cNvSpPr txBox="1"/>
          <p:nvPr>
            <p:ph idx="4" type="ctrTitle"/>
          </p:nvPr>
        </p:nvSpPr>
        <p:spPr>
          <a:xfrm flipH="1">
            <a:off x="2543653" y="2410347"/>
            <a:ext cx="15606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
              <a:buNone/>
              <a:defRPr>
                <a:solidFill>
                  <a:schemeClr val="accent1"/>
                </a:solidFill>
              </a:defRPr>
            </a:lvl1pPr>
            <a:lvl2pPr lvl="1" algn="ctr">
              <a:spcBef>
                <a:spcPts val="0"/>
              </a:spcBef>
              <a:spcAft>
                <a:spcPts val="0"/>
              </a:spcAft>
              <a:buClr>
                <a:srgbClr val="434343"/>
              </a:buClr>
              <a:buSzPts val="1400"/>
              <a:buNone/>
              <a:defRPr sz="1400">
                <a:solidFill>
                  <a:srgbClr val="434343"/>
                </a:solidFill>
              </a:defRPr>
            </a:lvl2pPr>
            <a:lvl3pPr lvl="2" algn="ctr">
              <a:spcBef>
                <a:spcPts val="0"/>
              </a:spcBef>
              <a:spcAft>
                <a:spcPts val="0"/>
              </a:spcAft>
              <a:buClr>
                <a:srgbClr val="434343"/>
              </a:buClr>
              <a:buSzPts val="1400"/>
              <a:buNone/>
              <a:defRPr sz="1400">
                <a:solidFill>
                  <a:srgbClr val="434343"/>
                </a:solidFill>
              </a:defRPr>
            </a:lvl3pPr>
            <a:lvl4pPr lvl="3" algn="ctr">
              <a:spcBef>
                <a:spcPts val="0"/>
              </a:spcBef>
              <a:spcAft>
                <a:spcPts val="0"/>
              </a:spcAft>
              <a:buClr>
                <a:srgbClr val="434343"/>
              </a:buClr>
              <a:buSzPts val="1400"/>
              <a:buNone/>
              <a:defRPr sz="1400">
                <a:solidFill>
                  <a:srgbClr val="434343"/>
                </a:solidFill>
              </a:defRPr>
            </a:lvl4pPr>
            <a:lvl5pPr lvl="4" algn="ctr">
              <a:spcBef>
                <a:spcPts val="0"/>
              </a:spcBef>
              <a:spcAft>
                <a:spcPts val="0"/>
              </a:spcAft>
              <a:buClr>
                <a:srgbClr val="434343"/>
              </a:buClr>
              <a:buSzPts val="1400"/>
              <a:buNone/>
              <a:defRPr sz="1400">
                <a:solidFill>
                  <a:srgbClr val="434343"/>
                </a:solidFill>
              </a:defRPr>
            </a:lvl5pPr>
            <a:lvl6pPr lvl="5" algn="ctr">
              <a:spcBef>
                <a:spcPts val="0"/>
              </a:spcBef>
              <a:spcAft>
                <a:spcPts val="0"/>
              </a:spcAft>
              <a:buClr>
                <a:srgbClr val="434343"/>
              </a:buClr>
              <a:buSzPts val="1400"/>
              <a:buNone/>
              <a:defRPr sz="1400">
                <a:solidFill>
                  <a:srgbClr val="434343"/>
                </a:solidFill>
              </a:defRPr>
            </a:lvl6pPr>
            <a:lvl7pPr lvl="6" algn="ctr">
              <a:spcBef>
                <a:spcPts val="0"/>
              </a:spcBef>
              <a:spcAft>
                <a:spcPts val="0"/>
              </a:spcAft>
              <a:buClr>
                <a:srgbClr val="434343"/>
              </a:buClr>
              <a:buSzPts val="1400"/>
              <a:buNone/>
              <a:defRPr sz="1400">
                <a:solidFill>
                  <a:srgbClr val="434343"/>
                </a:solidFill>
              </a:defRPr>
            </a:lvl7pPr>
            <a:lvl8pPr lvl="7" algn="ctr">
              <a:spcBef>
                <a:spcPts val="0"/>
              </a:spcBef>
              <a:spcAft>
                <a:spcPts val="0"/>
              </a:spcAft>
              <a:buClr>
                <a:srgbClr val="434343"/>
              </a:buClr>
              <a:buSzPts val="1400"/>
              <a:buNone/>
              <a:defRPr sz="1400">
                <a:solidFill>
                  <a:srgbClr val="434343"/>
                </a:solidFill>
              </a:defRPr>
            </a:lvl8pPr>
            <a:lvl9pPr lvl="8" algn="ctr">
              <a:spcBef>
                <a:spcPts val="0"/>
              </a:spcBef>
              <a:spcAft>
                <a:spcPts val="0"/>
              </a:spcAft>
              <a:buClr>
                <a:srgbClr val="434343"/>
              </a:buClr>
              <a:buSzPts val="1400"/>
              <a:buNone/>
              <a:defRPr sz="1400">
                <a:solidFill>
                  <a:srgbClr val="434343"/>
                </a:solidFill>
              </a:defRPr>
            </a:lvl9pPr>
          </a:lstStyle>
          <a:p/>
        </p:txBody>
      </p:sp>
      <p:sp>
        <p:nvSpPr>
          <p:cNvPr id="203" name="Google Shape;203;p39"/>
          <p:cNvSpPr txBox="1"/>
          <p:nvPr>
            <p:ph idx="5" type="subTitle"/>
          </p:nvPr>
        </p:nvSpPr>
        <p:spPr>
          <a:xfrm flipH="1">
            <a:off x="2266608" y="2792175"/>
            <a:ext cx="2114700" cy="875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04" name="Google Shape;204;p39"/>
          <p:cNvSpPr txBox="1"/>
          <p:nvPr>
            <p:ph idx="6" type="ctrTitle"/>
          </p:nvPr>
        </p:nvSpPr>
        <p:spPr>
          <a:xfrm flipH="1">
            <a:off x="5039747" y="2410346"/>
            <a:ext cx="15606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
              <a:buNone/>
              <a:defRPr>
                <a:solidFill>
                  <a:schemeClr val="accent1"/>
                </a:solidFill>
              </a:defRPr>
            </a:lvl1pPr>
            <a:lvl2pPr lvl="1" algn="ctr">
              <a:spcBef>
                <a:spcPts val="0"/>
              </a:spcBef>
              <a:spcAft>
                <a:spcPts val="0"/>
              </a:spcAft>
              <a:buClr>
                <a:srgbClr val="434343"/>
              </a:buClr>
              <a:buSzPts val="1400"/>
              <a:buNone/>
              <a:defRPr sz="1400">
                <a:solidFill>
                  <a:srgbClr val="434343"/>
                </a:solidFill>
              </a:defRPr>
            </a:lvl2pPr>
            <a:lvl3pPr lvl="2" algn="ctr">
              <a:spcBef>
                <a:spcPts val="0"/>
              </a:spcBef>
              <a:spcAft>
                <a:spcPts val="0"/>
              </a:spcAft>
              <a:buClr>
                <a:srgbClr val="434343"/>
              </a:buClr>
              <a:buSzPts val="1400"/>
              <a:buNone/>
              <a:defRPr sz="1400">
                <a:solidFill>
                  <a:srgbClr val="434343"/>
                </a:solidFill>
              </a:defRPr>
            </a:lvl3pPr>
            <a:lvl4pPr lvl="3" algn="ctr">
              <a:spcBef>
                <a:spcPts val="0"/>
              </a:spcBef>
              <a:spcAft>
                <a:spcPts val="0"/>
              </a:spcAft>
              <a:buClr>
                <a:srgbClr val="434343"/>
              </a:buClr>
              <a:buSzPts val="1400"/>
              <a:buNone/>
              <a:defRPr sz="1400">
                <a:solidFill>
                  <a:srgbClr val="434343"/>
                </a:solidFill>
              </a:defRPr>
            </a:lvl4pPr>
            <a:lvl5pPr lvl="4" algn="ctr">
              <a:spcBef>
                <a:spcPts val="0"/>
              </a:spcBef>
              <a:spcAft>
                <a:spcPts val="0"/>
              </a:spcAft>
              <a:buClr>
                <a:srgbClr val="434343"/>
              </a:buClr>
              <a:buSzPts val="1400"/>
              <a:buNone/>
              <a:defRPr sz="1400">
                <a:solidFill>
                  <a:srgbClr val="434343"/>
                </a:solidFill>
              </a:defRPr>
            </a:lvl5pPr>
            <a:lvl6pPr lvl="5" algn="ctr">
              <a:spcBef>
                <a:spcPts val="0"/>
              </a:spcBef>
              <a:spcAft>
                <a:spcPts val="0"/>
              </a:spcAft>
              <a:buClr>
                <a:srgbClr val="434343"/>
              </a:buClr>
              <a:buSzPts val="1400"/>
              <a:buNone/>
              <a:defRPr sz="1400">
                <a:solidFill>
                  <a:srgbClr val="434343"/>
                </a:solidFill>
              </a:defRPr>
            </a:lvl6pPr>
            <a:lvl7pPr lvl="6" algn="ctr">
              <a:spcBef>
                <a:spcPts val="0"/>
              </a:spcBef>
              <a:spcAft>
                <a:spcPts val="0"/>
              </a:spcAft>
              <a:buClr>
                <a:srgbClr val="434343"/>
              </a:buClr>
              <a:buSzPts val="1400"/>
              <a:buNone/>
              <a:defRPr sz="1400">
                <a:solidFill>
                  <a:srgbClr val="434343"/>
                </a:solidFill>
              </a:defRPr>
            </a:lvl7pPr>
            <a:lvl8pPr lvl="7" algn="ctr">
              <a:spcBef>
                <a:spcPts val="0"/>
              </a:spcBef>
              <a:spcAft>
                <a:spcPts val="0"/>
              </a:spcAft>
              <a:buClr>
                <a:srgbClr val="434343"/>
              </a:buClr>
              <a:buSzPts val="1400"/>
              <a:buNone/>
              <a:defRPr sz="1400">
                <a:solidFill>
                  <a:srgbClr val="434343"/>
                </a:solidFill>
              </a:defRPr>
            </a:lvl8pPr>
            <a:lvl9pPr lvl="8" algn="ctr">
              <a:spcBef>
                <a:spcPts val="0"/>
              </a:spcBef>
              <a:spcAft>
                <a:spcPts val="0"/>
              </a:spcAft>
              <a:buClr>
                <a:srgbClr val="434343"/>
              </a:buClr>
              <a:buSzPts val="1400"/>
              <a:buNone/>
              <a:defRPr sz="1400">
                <a:solidFill>
                  <a:srgbClr val="434343"/>
                </a:solidFill>
              </a:defRPr>
            </a:lvl9pPr>
          </a:lstStyle>
          <a:p/>
        </p:txBody>
      </p:sp>
      <p:sp>
        <p:nvSpPr>
          <p:cNvPr id="205" name="Google Shape;205;p39"/>
          <p:cNvSpPr txBox="1"/>
          <p:nvPr>
            <p:ph idx="7" type="subTitle"/>
          </p:nvPr>
        </p:nvSpPr>
        <p:spPr>
          <a:xfrm flipH="1">
            <a:off x="4762697" y="2793356"/>
            <a:ext cx="2114700" cy="875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06" name="Google Shape;206;p39"/>
          <p:cNvSpPr txBox="1"/>
          <p:nvPr>
            <p:ph idx="8" type="ctrTitle"/>
          </p:nvPr>
        </p:nvSpPr>
        <p:spPr>
          <a:xfrm flipH="1">
            <a:off x="5039747" y="3575283"/>
            <a:ext cx="15606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
              <a:buNone/>
              <a:defRPr>
                <a:solidFill>
                  <a:schemeClr val="accent1"/>
                </a:solidFill>
              </a:defRPr>
            </a:lvl1pPr>
            <a:lvl2pPr lvl="1" algn="ctr">
              <a:spcBef>
                <a:spcPts val="0"/>
              </a:spcBef>
              <a:spcAft>
                <a:spcPts val="0"/>
              </a:spcAft>
              <a:buClr>
                <a:srgbClr val="434343"/>
              </a:buClr>
              <a:buSzPts val="1400"/>
              <a:buNone/>
              <a:defRPr sz="1400">
                <a:solidFill>
                  <a:srgbClr val="434343"/>
                </a:solidFill>
              </a:defRPr>
            </a:lvl2pPr>
            <a:lvl3pPr lvl="2" algn="ctr">
              <a:spcBef>
                <a:spcPts val="0"/>
              </a:spcBef>
              <a:spcAft>
                <a:spcPts val="0"/>
              </a:spcAft>
              <a:buClr>
                <a:srgbClr val="434343"/>
              </a:buClr>
              <a:buSzPts val="1400"/>
              <a:buNone/>
              <a:defRPr sz="1400">
                <a:solidFill>
                  <a:srgbClr val="434343"/>
                </a:solidFill>
              </a:defRPr>
            </a:lvl3pPr>
            <a:lvl4pPr lvl="3" algn="ctr">
              <a:spcBef>
                <a:spcPts val="0"/>
              </a:spcBef>
              <a:spcAft>
                <a:spcPts val="0"/>
              </a:spcAft>
              <a:buClr>
                <a:srgbClr val="434343"/>
              </a:buClr>
              <a:buSzPts val="1400"/>
              <a:buNone/>
              <a:defRPr sz="1400">
                <a:solidFill>
                  <a:srgbClr val="434343"/>
                </a:solidFill>
              </a:defRPr>
            </a:lvl4pPr>
            <a:lvl5pPr lvl="4" algn="ctr">
              <a:spcBef>
                <a:spcPts val="0"/>
              </a:spcBef>
              <a:spcAft>
                <a:spcPts val="0"/>
              </a:spcAft>
              <a:buClr>
                <a:srgbClr val="434343"/>
              </a:buClr>
              <a:buSzPts val="1400"/>
              <a:buNone/>
              <a:defRPr sz="1400">
                <a:solidFill>
                  <a:srgbClr val="434343"/>
                </a:solidFill>
              </a:defRPr>
            </a:lvl5pPr>
            <a:lvl6pPr lvl="5" algn="ctr">
              <a:spcBef>
                <a:spcPts val="0"/>
              </a:spcBef>
              <a:spcAft>
                <a:spcPts val="0"/>
              </a:spcAft>
              <a:buClr>
                <a:srgbClr val="434343"/>
              </a:buClr>
              <a:buSzPts val="1400"/>
              <a:buNone/>
              <a:defRPr sz="1400">
                <a:solidFill>
                  <a:srgbClr val="434343"/>
                </a:solidFill>
              </a:defRPr>
            </a:lvl6pPr>
            <a:lvl7pPr lvl="6" algn="ctr">
              <a:spcBef>
                <a:spcPts val="0"/>
              </a:spcBef>
              <a:spcAft>
                <a:spcPts val="0"/>
              </a:spcAft>
              <a:buClr>
                <a:srgbClr val="434343"/>
              </a:buClr>
              <a:buSzPts val="1400"/>
              <a:buNone/>
              <a:defRPr sz="1400">
                <a:solidFill>
                  <a:srgbClr val="434343"/>
                </a:solidFill>
              </a:defRPr>
            </a:lvl7pPr>
            <a:lvl8pPr lvl="7" algn="ctr">
              <a:spcBef>
                <a:spcPts val="0"/>
              </a:spcBef>
              <a:spcAft>
                <a:spcPts val="0"/>
              </a:spcAft>
              <a:buClr>
                <a:srgbClr val="434343"/>
              </a:buClr>
              <a:buSzPts val="1400"/>
              <a:buNone/>
              <a:defRPr sz="1400">
                <a:solidFill>
                  <a:srgbClr val="434343"/>
                </a:solidFill>
              </a:defRPr>
            </a:lvl8pPr>
            <a:lvl9pPr lvl="8" algn="ctr">
              <a:spcBef>
                <a:spcPts val="0"/>
              </a:spcBef>
              <a:spcAft>
                <a:spcPts val="0"/>
              </a:spcAft>
              <a:buClr>
                <a:srgbClr val="434343"/>
              </a:buClr>
              <a:buSzPts val="1400"/>
              <a:buNone/>
              <a:defRPr sz="1400">
                <a:solidFill>
                  <a:srgbClr val="434343"/>
                </a:solidFill>
              </a:defRPr>
            </a:lvl9pPr>
          </a:lstStyle>
          <a:p/>
        </p:txBody>
      </p:sp>
      <p:sp>
        <p:nvSpPr>
          <p:cNvPr id="207" name="Google Shape;207;p39"/>
          <p:cNvSpPr txBox="1"/>
          <p:nvPr>
            <p:ph idx="9" type="subTitle"/>
          </p:nvPr>
        </p:nvSpPr>
        <p:spPr>
          <a:xfrm flipH="1">
            <a:off x="4762697" y="3958293"/>
            <a:ext cx="2114700" cy="875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08" name="Google Shape;208;p39"/>
          <p:cNvSpPr txBox="1"/>
          <p:nvPr>
            <p:ph idx="13" type="ctrTitle"/>
          </p:nvPr>
        </p:nvSpPr>
        <p:spPr>
          <a:xfrm flipH="1">
            <a:off x="5039747" y="1245955"/>
            <a:ext cx="1560600" cy="5778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
              <a:buNone/>
              <a:defRPr>
                <a:solidFill>
                  <a:schemeClr val="accent1"/>
                </a:solidFill>
              </a:defRPr>
            </a:lvl1pPr>
            <a:lvl2pPr lvl="1" algn="ctr">
              <a:spcBef>
                <a:spcPts val="0"/>
              </a:spcBef>
              <a:spcAft>
                <a:spcPts val="0"/>
              </a:spcAft>
              <a:buClr>
                <a:srgbClr val="434343"/>
              </a:buClr>
              <a:buSzPts val="1400"/>
              <a:buNone/>
              <a:defRPr sz="1400">
                <a:solidFill>
                  <a:srgbClr val="434343"/>
                </a:solidFill>
              </a:defRPr>
            </a:lvl2pPr>
            <a:lvl3pPr lvl="2" algn="ctr">
              <a:spcBef>
                <a:spcPts val="0"/>
              </a:spcBef>
              <a:spcAft>
                <a:spcPts val="0"/>
              </a:spcAft>
              <a:buClr>
                <a:srgbClr val="434343"/>
              </a:buClr>
              <a:buSzPts val="1400"/>
              <a:buNone/>
              <a:defRPr sz="1400">
                <a:solidFill>
                  <a:srgbClr val="434343"/>
                </a:solidFill>
              </a:defRPr>
            </a:lvl3pPr>
            <a:lvl4pPr lvl="3" algn="ctr">
              <a:spcBef>
                <a:spcPts val="0"/>
              </a:spcBef>
              <a:spcAft>
                <a:spcPts val="0"/>
              </a:spcAft>
              <a:buClr>
                <a:srgbClr val="434343"/>
              </a:buClr>
              <a:buSzPts val="1400"/>
              <a:buNone/>
              <a:defRPr sz="1400">
                <a:solidFill>
                  <a:srgbClr val="434343"/>
                </a:solidFill>
              </a:defRPr>
            </a:lvl4pPr>
            <a:lvl5pPr lvl="4" algn="ctr">
              <a:spcBef>
                <a:spcPts val="0"/>
              </a:spcBef>
              <a:spcAft>
                <a:spcPts val="0"/>
              </a:spcAft>
              <a:buClr>
                <a:srgbClr val="434343"/>
              </a:buClr>
              <a:buSzPts val="1400"/>
              <a:buNone/>
              <a:defRPr sz="1400">
                <a:solidFill>
                  <a:srgbClr val="434343"/>
                </a:solidFill>
              </a:defRPr>
            </a:lvl5pPr>
            <a:lvl6pPr lvl="5" algn="ctr">
              <a:spcBef>
                <a:spcPts val="0"/>
              </a:spcBef>
              <a:spcAft>
                <a:spcPts val="0"/>
              </a:spcAft>
              <a:buClr>
                <a:srgbClr val="434343"/>
              </a:buClr>
              <a:buSzPts val="1400"/>
              <a:buNone/>
              <a:defRPr sz="1400">
                <a:solidFill>
                  <a:srgbClr val="434343"/>
                </a:solidFill>
              </a:defRPr>
            </a:lvl6pPr>
            <a:lvl7pPr lvl="6" algn="ctr">
              <a:spcBef>
                <a:spcPts val="0"/>
              </a:spcBef>
              <a:spcAft>
                <a:spcPts val="0"/>
              </a:spcAft>
              <a:buClr>
                <a:srgbClr val="434343"/>
              </a:buClr>
              <a:buSzPts val="1400"/>
              <a:buNone/>
              <a:defRPr sz="1400">
                <a:solidFill>
                  <a:srgbClr val="434343"/>
                </a:solidFill>
              </a:defRPr>
            </a:lvl7pPr>
            <a:lvl8pPr lvl="7" algn="ctr">
              <a:spcBef>
                <a:spcPts val="0"/>
              </a:spcBef>
              <a:spcAft>
                <a:spcPts val="0"/>
              </a:spcAft>
              <a:buClr>
                <a:srgbClr val="434343"/>
              </a:buClr>
              <a:buSzPts val="1400"/>
              <a:buNone/>
              <a:defRPr sz="1400">
                <a:solidFill>
                  <a:srgbClr val="434343"/>
                </a:solidFill>
              </a:defRPr>
            </a:lvl8pPr>
            <a:lvl9pPr lvl="8" algn="ctr">
              <a:spcBef>
                <a:spcPts val="0"/>
              </a:spcBef>
              <a:spcAft>
                <a:spcPts val="0"/>
              </a:spcAft>
              <a:buClr>
                <a:srgbClr val="434343"/>
              </a:buClr>
              <a:buSzPts val="1400"/>
              <a:buNone/>
              <a:defRPr sz="1400">
                <a:solidFill>
                  <a:srgbClr val="434343"/>
                </a:solidFill>
              </a:defRPr>
            </a:lvl9pPr>
          </a:lstStyle>
          <a:p/>
        </p:txBody>
      </p:sp>
      <p:sp>
        <p:nvSpPr>
          <p:cNvPr id="209" name="Google Shape;209;p39"/>
          <p:cNvSpPr txBox="1"/>
          <p:nvPr>
            <p:ph idx="14" type="subTitle"/>
          </p:nvPr>
        </p:nvSpPr>
        <p:spPr>
          <a:xfrm flipH="1">
            <a:off x="4762697" y="1627785"/>
            <a:ext cx="2114700" cy="875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10" name="Google Shape;210;p39"/>
          <p:cNvSpPr txBox="1"/>
          <p:nvPr>
            <p:ph idx="15" type="title"/>
          </p:nvPr>
        </p:nvSpPr>
        <p:spPr>
          <a:xfrm>
            <a:off x="2421000" y="283608"/>
            <a:ext cx="4302000" cy="630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solidFill>
                  <a:schemeClr val="accent2"/>
                </a:solidFill>
              </a:defRPr>
            </a:lvl2pPr>
            <a:lvl3pPr lvl="2" algn="ctr">
              <a:spcBef>
                <a:spcPts val="0"/>
              </a:spcBef>
              <a:spcAft>
                <a:spcPts val="0"/>
              </a:spcAft>
              <a:buNone/>
              <a:defRPr sz="3600">
                <a:solidFill>
                  <a:schemeClr val="accent2"/>
                </a:solidFill>
              </a:defRPr>
            </a:lvl3pPr>
            <a:lvl4pPr lvl="3" algn="ctr">
              <a:spcBef>
                <a:spcPts val="0"/>
              </a:spcBef>
              <a:spcAft>
                <a:spcPts val="0"/>
              </a:spcAft>
              <a:buNone/>
              <a:defRPr sz="3600">
                <a:solidFill>
                  <a:schemeClr val="accent2"/>
                </a:solidFill>
              </a:defRPr>
            </a:lvl4pPr>
            <a:lvl5pPr lvl="4" algn="ctr">
              <a:spcBef>
                <a:spcPts val="0"/>
              </a:spcBef>
              <a:spcAft>
                <a:spcPts val="0"/>
              </a:spcAft>
              <a:buNone/>
              <a:defRPr sz="3600">
                <a:solidFill>
                  <a:schemeClr val="accent2"/>
                </a:solidFill>
              </a:defRPr>
            </a:lvl5pPr>
            <a:lvl6pPr lvl="5" algn="ctr">
              <a:spcBef>
                <a:spcPts val="0"/>
              </a:spcBef>
              <a:spcAft>
                <a:spcPts val="0"/>
              </a:spcAft>
              <a:buNone/>
              <a:defRPr sz="3600">
                <a:solidFill>
                  <a:schemeClr val="accent2"/>
                </a:solidFill>
              </a:defRPr>
            </a:lvl6pPr>
            <a:lvl7pPr lvl="6" algn="ctr">
              <a:spcBef>
                <a:spcPts val="0"/>
              </a:spcBef>
              <a:spcAft>
                <a:spcPts val="0"/>
              </a:spcAft>
              <a:buNone/>
              <a:defRPr sz="3600">
                <a:solidFill>
                  <a:schemeClr val="accent2"/>
                </a:solidFill>
              </a:defRPr>
            </a:lvl7pPr>
            <a:lvl8pPr lvl="7" algn="ctr">
              <a:spcBef>
                <a:spcPts val="0"/>
              </a:spcBef>
              <a:spcAft>
                <a:spcPts val="0"/>
              </a:spcAft>
              <a:buNone/>
              <a:defRPr sz="3600">
                <a:solidFill>
                  <a:schemeClr val="accent2"/>
                </a:solidFill>
              </a:defRPr>
            </a:lvl8pPr>
            <a:lvl9pPr lvl="8"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6">
    <p:bg>
      <p:bgPr>
        <a:blipFill>
          <a:blip r:embed="rId2">
            <a:alphaModFix/>
          </a:blip>
          <a:stretch>
            <a:fillRect/>
          </a:stretch>
        </a:blipFill>
      </p:bgPr>
    </p:bg>
    <p:spTree>
      <p:nvGrpSpPr>
        <p:cNvPr id="211" name="Shape 211"/>
        <p:cNvGrpSpPr/>
        <p:nvPr/>
      </p:nvGrpSpPr>
      <p:grpSpPr>
        <a:xfrm>
          <a:off x="0" y="0"/>
          <a:ext cx="0" cy="0"/>
          <a:chOff x="0" y="0"/>
          <a:chExt cx="0" cy="0"/>
        </a:xfrm>
      </p:grpSpPr>
      <p:sp>
        <p:nvSpPr>
          <p:cNvPr id="212" name="Google Shape;212;p40"/>
          <p:cNvSpPr txBox="1"/>
          <p:nvPr>
            <p:ph type="ctrTitle"/>
          </p:nvPr>
        </p:nvSpPr>
        <p:spPr>
          <a:xfrm flipH="1">
            <a:off x="612075" y="1881706"/>
            <a:ext cx="4182900" cy="11232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6000">
                <a:solidFill>
                  <a:schemeClr val="accent1"/>
                </a:solidFill>
              </a:defRPr>
            </a:lvl1pPr>
            <a:lvl2pPr lvl="1">
              <a:spcBef>
                <a:spcPts val="0"/>
              </a:spcBef>
              <a:spcAft>
                <a:spcPts val="0"/>
              </a:spcAft>
              <a:buClr>
                <a:srgbClr val="434343"/>
              </a:buClr>
              <a:buSzPts val="1800"/>
              <a:buNone/>
              <a:defRPr sz="1800">
                <a:solidFill>
                  <a:srgbClr val="434343"/>
                </a:solidFill>
              </a:defRPr>
            </a:lvl2pPr>
            <a:lvl3pPr lvl="2">
              <a:spcBef>
                <a:spcPts val="0"/>
              </a:spcBef>
              <a:spcAft>
                <a:spcPts val="0"/>
              </a:spcAft>
              <a:buClr>
                <a:srgbClr val="434343"/>
              </a:buClr>
              <a:buSzPts val="1800"/>
              <a:buNone/>
              <a:defRPr sz="1800">
                <a:solidFill>
                  <a:srgbClr val="434343"/>
                </a:solidFill>
              </a:defRPr>
            </a:lvl3pPr>
            <a:lvl4pPr lvl="3">
              <a:spcBef>
                <a:spcPts val="0"/>
              </a:spcBef>
              <a:spcAft>
                <a:spcPts val="0"/>
              </a:spcAft>
              <a:buClr>
                <a:srgbClr val="434343"/>
              </a:buClr>
              <a:buSzPts val="1800"/>
              <a:buNone/>
              <a:defRPr sz="1800">
                <a:solidFill>
                  <a:srgbClr val="434343"/>
                </a:solidFill>
              </a:defRPr>
            </a:lvl4pPr>
            <a:lvl5pPr lvl="4">
              <a:spcBef>
                <a:spcPts val="0"/>
              </a:spcBef>
              <a:spcAft>
                <a:spcPts val="0"/>
              </a:spcAft>
              <a:buClr>
                <a:srgbClr val="434343"/>
              </a:buClr>
              <a:buSzPts val="1800"/>
              <a:buNone/>
              <a:defRPr sz="1800">
                <a:solidFill>
                  <a:srgbClr val="434343"/>
                </a:solidFill>
              </a:defRPr>
            </a:lvl5pPr>
            <a:lvl6pPr lvl="5">
              <a:spcBef>
                <a:spcPts val="0"/>
              </a:spcBef>
              <a:spcAft>
                <a:spcPts val="0"/>
              </a:spcAft>
              <a:buClr>
                <a:srgbClr val="434343"/>
              </a:buClr>
              <a:buSzPts val="1800"/>
              <a:buNone/>
              <a:defRPr sz="1800">
                <a:solidFill>
                  <a:srgbClr val="434343"/>
                </a:solidFill>
              </a:defRPr>
            </a:lvl6pPr>
            <a:lvl7pPr lvl="6">
              <a:spcBef>
                <a:spcPts val="0"/>
              </a:spcBef>
              <a:spcAft>
                <a:spcPts val="0"/>
              </a:spcAft>
              <a:buClr>
                <a:srgbClr val="434343"/>
              </a:buClr>
              <a:buSzPts val="1800"/>
              <a:buNone/>
              <a:defRPr sz="1800">
                <a:solidFill>
                  <a:srgbClr val="434343"/>
                </a:solidFill>
              </a:defRPr>
            </a:lvl7pPr>
            <a:lvl8pPr lvl="7">
              <a:spcBef>
                <a:spcPts val="0"/>
              </a:spcBef>
              <a:spcAft>
                <a:spcPts val="0"/>
              </a:spcAft>
              <a:buClr>
                <a:srgbClr val="434343"/>
              </a:buClr>
              <a:buSzPts val="1800"/>
              <a:buNone/>
              <a:defRPr sz="1800">
                <a:solidFill>
                  <a:srgbClr val="434343"/>
                </a:solidFill>
              </a:defRPr>
            </a:lvl8pPr>
            <a:lvl9pPr lvl="8">
              <a:spcBef>
                <a:spcPts val="0"/>
              </a:spcBef>
              <a:spcAft>
                <a:spcPts val="0"/>
              </a:spcAft>
              <a:buClr>
                <a:srgbClr val="434343"/>
              </a:buClr>
              <a:buSzPts val="1800"/>
              <a:buNone/>
              <a:defRPr sz="1800">
                <a:solidFill>
                  <a:srgbClr val="434343"/>
                </a:solidFill>
              </a:defRPr>
            </a:lvl9pPr>
          </a:lstStyle>
          <a:p/>
        </p:txBody>
      </p:sp>
      <p:sp>
        <p:nvSpPr>
          <p:cNvPr id="213" name="Google Shape;213;p40"/>
          <p:cNvSpPr txBox="1"/>
          <p:nvPr>
            <p:ph idx="1" type="subTitle"/>
          </p:nvPr>
        </p:nvSpPr>
        <p:spPr>
          <a:xfrm flipH="1">
            <a:off x="612075" y="2837144"/>
            <a:ext cx="2559900" cy="57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214" name="Google Shape;214;p40"/>
          <p:cNvSpPr txBox="1"/>
          <p:nvPr>
            <p:ph hasCustomPrompt="1" idx="2" type="title"/>
          </p:nvPr>
        </p:nvSpPr>
        <p:spPr>
          <a:xfrm flipH="1">
            <a:off x="4880701" y="2478400"/>
            <a:ext cx="13119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5500"/>
              <a:buNone/>
              <a:defRPr sz="7200">
                <a:solidFill>
                  <a:schemeClr val="lt1"/>
                </a:solidFill>
              </a:defRPr>
            </a:lvl1pPr>
            <a:lvl2pPr lvl="1">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6_1">
    <p:bg>
      <p:bgPr>
        <a:blipFill>
          <a:blip r:embed="rId2">
            <a:alphaModFix/>
          </a:blip>
          <a:stretch>
            <a:fillRect/>
          </a:stretch>
        </a:blipFill>
      </p:bgPr>
    </p:bg>
    <p:spTree>
      <p:nvGrpSpPr>
        <p:cNvPr id="215" name="Shape 215"/>
        <p:cNvGrpSpPr/>
        <p:nvPr/>
      </p:nvGrpSpPr>
      <p:grpSpPr>
        <a:xfrm>
          <a:off x="0" y="0"/>
          <a:ext cx="0" cy="0"/>
          <a:chOff x="0" y="0"/>
          <a:chExt cx="0" cy="0"/>
        </a:xfrm>
      </p:grpSpPr>
      <p:sp>
        <p:nvSpPr>
          <p:cNvPr id="216" name="Google Shape;216;p41"/>
          <p:cNvSpPr txBox="1"/>
          <p:nvPr>
            <p:ph type="ctrTitle"/>
          </p:nvPr>
        </p:nvSpPr>
        <p:spPr>
          <a:xfrm>
            <a:off x="619650" y="2247705"/>
            <a:ext cx="2559900" cy="7575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6000">
                <a:solidFill>
                  <a:schemeClr val="accent1"/>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17" name="Google Shape;217;p41"/>
          <p:cNvSpPr txBox="1"/>
          <p:nvPr>
            <p:ph idx="1" type="subTitle"/>
          </p:nvPr>
        </p:nvSpPr>
        <p:spPr>
          <a:xfrm>
            <a:off x="619650" y="2837337"/>
            <a:ext cx="2559900" cy="57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000"/>
              <a:buNone/>
              <a:defRPr sz="1000"/>
            </a:lvl2pPr>
            <a:lvl3pPr lvl="2" algn="ctr">
              <a:lnSpc>
                <a:spcPct val="100000"/>
              </a:lnSpc>
              <a:spcBef>
                <a:spcPts val="0"/>
              </a:spcBef>
              <a:spcAft>
                <a:spcPts val="0"/>
              </a:spcAft>
              <a:buSzPts val="1000"/>
              <a:buNone/>
              <a:defRPr sz="1000"/>
            </a:lvl3pPr>
            <a:lvl4pPr lvl="3" algn="ctr">
              <a:lnSpc>
                <a:spcPct val="100000"/>
              </a:lnSpc>
              <a:spcBef>
                <a:spcPts val="0"/>
              </a:spcBef>
              <a:spcAft>
                <a:spcPts val="0"/>
              </a:spcAft>
              <a:buSzPts val="1000"/>
              <a:buNone/>
              <a:defRPr sz="1000"/>
            </a:lvl4pPr>
            <a:lvl5pPr lvl="4" algn="ctr">
              <a:lnSpc>
                <a:spcPct val="100000"/>
              </a:lnSpc>
              <a:spcBef>
                <a:spcPts val="0"/>
              </a:spcBef>
              <a:spcAft>
                <a:spcPts val="0"/>
              </a:spcAft>
              <a:buSzPts val="1000"/>
              <a:buNone/>
              <a:defRPr sz="1000"/>
            </a:lvl5pPr>
            <a:lvl6pPr lvl="5" algn="ctr">
              <a:lnSpc>
                <a:spcPct val="100000"/>
              </a:lnSpc>
              <a:spcBef>
                <a:spcPts val="0"/>
              </a:spcBef>
              <a:spcAft>
                <a:spcPts val="0"/>
              </a:spcAft>
              <a:buSzPts val="1000"/>
              <a:buNone/>
              <a:defRPr sz="1000"/>
            </a:lvl6pPr>
            <a:lvl7pPr lvl="6" algn="ctr">
              <a:lnSpc>
                <a:spcPct val="100000"/>
              </a:lnSpc>
              <a:spcBef>
                <a:spcPts val="0"/>
              </a:spcBef>
              <a:spcAft>
                <a:spcPts val="0"/>
              </a:spcAft>
              <a:buSzPts val="1000"/>
              <a:buNone/>
              <a:defRPr sz="1000"/>
            </a:lvl7pPr>
            <a:lvl8pPr lvl="7" algn="ctr">
              <a:lnSpc>
                <a:spcPct val="100000"/>
              </a:lnSpc>
              <a:spcBef>
                <a:spcPts val="0"/>
              </a:spcBef>
              <a:spcAft>
                <a:spcPts val="0"/>
              </a:spcAft>
              <a:buSzPts val="1000"/>
              <a:buNone/>
              <a:defRPr sz="1000"/>
            </a:lvl8pPr>
            <a:lvl9pPr lvl="8" algn="ctr">
              <a:lnSpc>
                <a:spcPct val="100000"/>
              </a:lnSpc>
              <a:spcBef>
                <a:spcPts val="0"/>
              </a:spcBef>
              <a:spcAft>
                <a:spcPts val="0"/>
              </a:spcAft>
              <a:buSzPts val="1000"/>
              <a:buNone/>
              <a:defRPr sz="1000"/>
            </a:lvl9pPr>
          </a:lstStyle>
          <a:p/>
        </p:txBody>
      </p:sp>
      <p:sp>
        <p:nvSpPr>
          <p:cNvPr id="218" name="Google Shape;218;p41"/>
          <p:cNvSpPr txBox="1"/>
          <p:nvPr>
            <p:ph hasCustomPrompt="1" idx="2" type="title"/>
          </p:nvPr>
        </p:nvSpPr>
        <p:spPr>
          <a:xfrm>
            <a:off x="4145650" y="2884438"/>
            <a:ext cx="22407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5500"/>
              <a:buNone/>
              <a:defRPr sz="7200">
                <a:solidFill>
                  <a:schemeClr val="lt1"/>
                </a:solidFill>
              </a:defRPr>
            </a:lvl1pPr>
            <a:lvl2pPr lvl="1"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6_1_1">
    <p:bg>
      <p:bgPr>
        <a:blipFill>
          <a:blip r:embed="rId2">
            <a:alphaModFix/>
          </a:blip>
          <a:stretch>
            <a:fillRect/>
          </a:stretch>
        </a:blipFill>
      </p:bgPr>
    </p:bg>
    <p:spTree>
      <p:nvGrpSpPr>
        <p:cNvPr id="219" name="Shape 219"/>
        <p:cNvGrpSpPr/>
        <p:nvPr/>
      </p:nvGrpSpPr>
      <p:grpSpPr>
        <a:xfrm>
          <a:off x="0" y="0"/>
          <a:ext cx="0" cy="0"/>
          <a:chOff x="0" y="0"/>
          <a:chExt cx="0" cy="0"/>
        </a:xfrm>
      </p:grpSpPr>
      <p:sp>
        <p:nvSpPr>
          <p:cNvPr id="220" name="Google Shape;220;p42"/>
          <p:cNvSpPr txBox="1"/>
          <p:nvPr>
            <p:ph type="ctrTitle"/>
          </p:nvPr>
        </p:nvSpPr>
        <p:spPr>
          <a:xfrm flipH="1">
            <a:off x="2726850" y="2897239"/>
            <a:ext cx="3690300" cy="45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sz="6000">
                <a:solidFill>
                  <a:schemeClr val="accent1"/>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21" name="Google Shape;221;p42"/>
          <p:cNvSpPr txBox="1"/>
          <p:nvPr>
            <p:ph idx="1" type="subTitle"/>
          </p:nvPr>
        </p:nvSpPr>
        <p:spPr>
          <a:xfrm flipH="1">
            <a:off x="3292050" y="3488360"/>
            <a:ext cx="2559900" cy="577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222" name="Google Shape;222;p42"/>
          <p:cNvSpPr txBox="1"/>
          <p:nvPr>
            <p:ph hasCustomPrompt="1" idx="2" type="title"/>
          </p:nvPr>
        </p:nvSpPr>
        <p:spPr>
          <a:xfrm flipH="1">
            <a:off x="3451650" y="1351346"/>
            <a:ext cx="22407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5500"/>
              <a:buNone/>
              <a:defRPr sz="7200">
                <a:solidFill>
                  <a:schemeClr val="lt1"/>
                </a:solidFill>
              </a:defRPr>
            </a:lvl1pPr>
            <a:lvl2pPr lvl="1">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6_1_1_1">
    <p:bg>
      <p:bgPr>
        <a:blipFill>
          <a:blip r:embed="rId2">
            <a:alphaModFix/>
          </a:blip>
          <a:stretch>
            <a:fillRect/>
          </a:stretch>
        </a:blipFill>
      </p:bgPr>
    </p:bg>
    <p:spTree>
      <p:nvGrpSpPr>
        <p:cNvPr id="223" name="Shape 223"/>
        <p:cNvGrpSpPr/>
        <p:nvPr/>
      </p:nvGrpSpPr>
      <p:grpSpPr>
        <a:xfrm>
          <a:off x="0" y="0"/>
          <a:ext cx="0" cy="0"/>
          <a:chOff x="0" y="0"/>
          <a:chExt cx="0" cy="0"/>
        </a:xfrm>
      </p:grpSpPr>
      <p:sp>
        <p:nvSpPr>
          <p:cNvPr id="224" name="Google Shape;224;p43"/>
          <p:cNvSpPr txBox="1"/>
          <p:nvPr>
            <p:ph type="ctrTitle"/>
          </p:nvPr>
        </p:nvSpPr>
        <p:spPr>
          <a:xfrm flipH="1">
            <a:off x="4847211" y="2553180"/>
            <a:ext cx="3690300" cy="453300"/>
          </a:xfrm>
          <a:prstGeom prst="rect">
            <a:avLst/>
          </a:prstGeom>
        </p:spPr>
        <p:txBody>
          <a:bodyPr anchorCtr="0" anchor="b" bIns="91425" lIns="91425" spcFirstLastPara="1" rIns="91425" wrap="square" tIns="91425">
            <a:noAutofit/>
          </a:bodyPr>
          <a:lstStyle>
            <a:lvl1pPr lvl="0" algn="r">
              <a:spcBef>
                <a:spcPts val="0"/>
              </a:spcBef>
              <a:spcAft>
                <a:spcPts val="0"/>
              </a:spcAft>
              <a:buSzPts val="2400"/>
              <a:buNone/>
              <a:defRPr sz="6000">
                <a:solidFill>
                  <a:schemeClr val="accent1"/>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25" name="Google Shape;225;p43"/>
          <p:cNvSpPr txBox="1"/>
          <p:nvPr>
            <p:ph idx="1" type="subTitle"/>
          </p:nvPr>
        </p:nvSpPr>
        <p:spPr>
          <a:xfrm flipH="1">
            <a:off x="5977611" y="2837721"/>
            <a:ext cx="2559900" cy="5778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000"/>
              <a:buNone/>
              <a:defRPr sz="1000"/>
            </a:lvl2pPr>
            <a:lvl3pPr lvl="2" algn="ctr">
              <a:lnSpc>
                <a:spcPct val="100000"/>
              </a:lnSpc>
              <a:spcBef>
                <a:spcPts val="0"/>
              </a:spcBef>
              <a:spcAft>
                <a:spcPts val="0"/>
              </a:spcAft>
              <a:buSzPts val="1000"/>
              <a:buNone/>
              <a:defRPr sz="1000"/>
            </a:lvl3pPr>
            <a:lvl4pPr lvl="3" algn="ctr">
              <a:lnSpc>
                <a:spcPct val="100000"/>
              </a:lnSpc>
              <a:spcBef>
                <a:spcPts val="0"/>
              </a:spcBef>
              <a:spcAft>
                <a:spcPts val="0"/>
              </a:spcAft>
              <a:buSzPts val="1000"/>
              <a:buNone/>
              <a:defRPr sz="1000"/>
            </a:lvl4pPr>
            <a:lvl5pPr lvl="4" algn="ctr">
              <a:lnSpc>
                <a:spcPct val="100000"/>
              </a:lnSpc>
              <a:spcBef>
                <a:spcPts val="0"/>
              </a:spcBef>
              <a:spcAft>
                <a:spcPts val="0"/>
              </a:spcAft>
              <a:buSzPts val="1000"/>
              <a:buNone/>
              <a:defRPr sz="1000"/>
            </a:lvl5pPr>
            <a:lvl6pPr lvl="5" algn="ctr">
              <a:lnSpc>
                <a:spcPct val="100000"/>
              </a:lnSpc>
              <a:spcBef>
                <a:spcPts val="0"/>
              </a:spcBef>
              <a:spcAft>
                <a:spcPts val="0"/>
              </a:spcAft>
              <a:buSzPts val="1000"/>
              <a:buNone/>
              <a:defRPr sz="1000"/>
            </a:lvl6pPr>
            <a:lvl7pPr lvl="6" algn="ctr">
              <a:lnSpc>
                <a:spcPct val="100000"/>
              </a:lnSpc>
              <a:spcBef>
                <a:spcPts val="0"/>
              </a:spcBef>
              <a:spcAft>
                <a:spcPts val="0"/>
              </a:spcAft>
              <a:buSzPts val="1000"/>
              <a:buNone/>
              <a:defRPr sz="1000"/>
            </a:lvl7pPr>
            <a:lvl8pPr lvl="7" algn="ctr">
              <a:lnSpc>
                <a:spcPct val="100000"/>
              </a:lnSpc>
              <a:spcBef>
                <a:spcPts val="0"/>
              </a:spcBef>
              <a:spcAft>
                <a:spcPts val="0"/>
              </a:spcAft>
              <a:buSzPts val="1000"/>
              <a:buNone/>
              <a:defRPr sz="1000"/>
            </a:lvl8pPr>
            <a:lvl9pPr lvl="8" algn="ctr">
              <a:lnSpc>
                <a:spcPct val="100000"/>
              </a:lnSpc>
              <a:spcBef>
                <a:spcPts val="0"/>
              </a:spcBef>
              <a:spcAft>
                <a:spcPts val="0"/>
              </a:spcAft>
              <a:buSzPts val="1000"/>
              <a:buNone/>
              <a:defRPr sz="1000"/>
            </a:lvl9pPr>
          </a:lstStyle>
          <a:p/>
        </p:txBody>
      </p:sp>
      <p:sp>
        <p:nvSpPr>
          <p:cNvPr id="226" name="Google Shape;226;p43"/>
          <p:cNvSpPr txBox="1"/>
          <p:nvPr>
            <p:ph hasCustomPrompt="1" idx="2" type="title"/>
          </p:nvPr>
        </p:nvSpPr>
        <p:spPr>
          <a:xfrm flipH="1">
            <a:off x="2133750" y="2079350"/>
            <a:ext cx="2000100" cy="577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5500"/>
              <a:buNone/>
              <a:defRPr sz="7200">
                <a:solidFill>
                  <a:schemeClr val="lt1"/>
                </a:solidFill>
              </a:defRPr>
            </a:lvl1pPr>
            <a:lvl2pPr lvl="1"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lgn="ctr">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bg>
      <p:bgPr>
        <a:solidFill>
          <a:schemeClr val="lt2"/>
        </a:solidFill>
      </p:bgPr>
    </p:bg>
    <p:spTree>
      <p:nvGrpSpPr>
        <p:cNvPr id="227" name="Shape 227"/>
        <p:cNvGrpSpPr/>
        <p:nvPr/>
      </p:nvGrpSpPr>
      <p:grpSpPr>
        <a:xfrm>
          <a:off x="0" y="0"/>
          <a:ext cx="0" cy="0"/>
          <a:chOff x="0" y="0"/>
          <a:chExt cx="0" cy="0"/>
        </a:xfrm>
      </p:grpSpPr>
      <p:sp>
        <p:nvSpPr>
          <p:cNvPr id="228" name="Google Shape;228;p44"/>
          <p:cNvSpPr txBox="1"/>
          <p:nvPr>
            <p:ph idx="1" type="body"/>
          </p:nvPr>
        </p:nvSpPr>
        <p:spPr>
          <a:xfrm>
            <a:off x="2069575" y="1357150"/>
            <a:ext cx="51402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Clr>
                <a:schemeClr val="accent2"/>
              </a:buClr>
              <a:buSzPts val="1600"/>
              <a:buFont typeface="Nunito Light"/>
              <a:buChar char="●"/>
              <a:defRPr sz="1400"/>
            </a:lvl1pPr>
            <a:lvl2pPr indent="-330200" lvl="1" marL="914400">
              <a:spcBef>
                <a:spcPts val="1600"/>
              </a:spcBef>
              <a:spcAft>
                <a:spcPts val="0"/>
              </a:spcAft>
              <a:buSzPts val="1600"/>
              <a:buFont typeface="Nunito Light"/>
              <a:buChar char="○"/>
              <a:defRPr/>
            </a:lvl2pPr>
            <a:lvl3pPr indent="-323850" lvl="2" marL="1371600">
              <a:spcBef>
                <a:spcPts val="1600"/>
              </a:spcBef>
              <a:spcAft>
                <a:spcPts val="0"/>
              </a:spcAft>
              <a:buSzPts val="1500"/>
              <a:buFont typeface="Nunito Light"/>
              <a:buChar char="■"/>
              <a:defRPr/>
            </a:lvl3pPr>
            <a:lvl4pPr indent="-323850" lvl="3" marL="1828800">
              <a:spcBef>
                <a:spcPts val="1600"/>
              </a:spcBef>
              <a:spcAft>
                <a:spcPts val="0"/>
              </a:spcAft>
              <a:buSzPts val="1500"/>
              <a:buFont typeface="Nunito Light"/>
              <a:buChar char="●"/>
              <a:defRPr/>
            </a:lvl4pPr>
            <a:lvl5pPr indent="-304800" lvl="4" marL="2286000">
              <a:spcBef>
                <a:spcPts val="1600"/>
              </a:spcBef>
              <a:spcAft>
                <a:spcPts val="0"/>
              </a:spcAft>
              <a:buSzPts val="1200"/>
              <a:buFont typeface="Nunito Light"/>
              <a:buChar char="○"/>
              <a:defRPr/>
            </a:lvl5pPr>
            <a:lvl6pPr indent="-304800" lvl="5" marL="2743200">
              <a:spcBef>
                <a:spcPts val="1600"/>
              </a:spcBef>
              <a:spcAft>
                <a:spcPts val="0"/>
              </a:spcAft>
              <a:buSzPts val="1200"/>
              <a:buFont typeface="Nunito Light"/>
              <a:buChar char="■"/>
              <a:defRPr/>
            </a:lvl6pPr>
            <a:lvl7pPr indent="-311150" lvl="6" marL="3200400">
              <a:spcBef>
                <a:spcPts val="1600"/>
              </a:spcBef>
              <a:spcAft>
                <a:spcPts val="0"/>
              </a:spcAft>
              <a:buSzPts val="1300"/>
              <a:buFont typeface="Nunito Light"/>
              <a:buChar char="●"/>
              <a:defRPr/>
            </a:lvl7pPr>
            <a:lvl8pPr indent="-311150" lvl="7" marL="3657600">
              <a:spcBef>
                <a:spcPts val="1600"/>
              </a:spcBef>
              <a:spcAft>
                <a:spcPts val="0"/>
              </a:spcAft>
              <a:buSzPts val="1300"/>
              <a:buFont typeface="Nunito Light"/>
              <a:buChar char="○"/>
              <a:defRPr/>
            </a:lvl8pPr>
            <a:lvl9pPr indent="-304800" lvl="8" marL="4114800">
              <a:spcBef>
                <a:spcPts val="1600"/>
              </a:spcBef>
              <a:spcAft>
                <a:spcPts val="1600"/>
              </a:spcAft>
              <a:buSzPts val="1200"/>
              <a:buFont typeface="Nunito Light"/>
              <a:buChar char="■"/>
              <a:defRPr/>
            </a:lvl9pPr>
          </a:lstStyle>
          <a:p/>
        </p:txBody>
      </p:sp>
      <p:sp>
        <p:nvSpPr>
          <p:cNvPr id="229" name="Google Shape;229;p44"/>
          <p:cNvSpPr txBox="1"/>
          <p:nvPr>
            <p:ph type="title"/>
          </p:nvPr>
        </p:nvSpPr>
        <p:spPr>
          <a:xfrm>
            <a:off x="2421000" y="283608"/>
            <a:ext cx="4302000" cy="630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solidFill>
                  <a:schemeClr val="accent2"/>
                </a:solidFill>
              </a:defRPr>
            </a:lvl2pPr>
            <a:lvl3pPr lvl="2" algn="ctr">
              <a:spcBef>
                <a:spcPts val="0"/>
              </a:spcBef>
              <a:spcAft>
                <a:spcPts val="0"/>
              </a:spcAft>
              <a:buNone/>
              <a:defRPr sz="3600">
                <a:solidFill>
                  <a:schemeClr val="accent2"/>
                </a:solidFill>
              </a:defRPr>
            </a:lvl3pPr>
            <a:lvl4pPr lvl="3" algn="ctr">
              <a:spcBef>
                <a:spcPts val="0"/>
              </a:spcBef>
              <a:spcAft>
                <a:spcPts val="0"/>
              </a:spcAft>
              <a:buNone/>
              <a:defRPr sz="3600">
                <a:solidFill>
                  <a:schemeClr val="accent2"/>
                </a:solidFill>
              </a:defRPr>
            </a:lvl4pPr>
            <a:lvl5pPr lvl="4" algn="ctr">
              <a:spcBef>
                <a:spcPts val="0"/>
              </a:spcBef>
              <a:spcAft>
                <a:spcPts val="0"/>
              </a:spcAft>
              <a:buNone/>
              <a:defRPr sz="3600">
                <a:solidFill>
                  <a:schemeClr val="accent2"/>
                </a:solidFill>
              </a:defRPr>
            </a:lvl5pPr>
            <a:lvl6pPr lvl="5" algn="ctr">
              <a:spcBef>
                <a:spcPts val="0"/>
              </a:spcBef>
              <a:spcAft>
                <a:spcPts val="0"/>
              </a:spcAft>
              <a:buNone/>
              <a:defRPr sz="3600">
                <a:solidFill>
                  <a:schemeClr val="accent2"/>
                </a:solidFill>
              </a:defRPr>
            </a:lvl6pPr>
            <a:lvl7pPr lvl="6" algn="ctr">
              <a:spcBef>
                <a:spcPts val="0"/>
              </a:spcBef>
              <a:spcAft>
                <a:spcPts val="0"/>
              </a:spcAft>
              <a:buNone/>
              <a:defRPr sz="3600">
                <a:solidFill>
                  <a:schemeClr val="accent2"/>
                </a:solidFill>
              </a:defRPr>
            </a:lvl7pPr>
            <a:lvl8pPr lvl="7" algn="ctr">
              <a:spcBef>
                <a:spcPts val="0"/>
              </a:spcBef>
              <a:spcAft>
                <a:spcPts val="0"/>
              </a:spcAft>
              <a:buNone/>
              <a:defRPr sz="3600">
                <a:solidFill>
                  <a:schemeClr val="accent2"/>
                </a:solidFill>
              </a:defRPr>
            </a:lvl8pPr>
            <a:lvl9pPr lvl="8" algn="ctr">
              <a:spcBef>
                <a:spcPts val="0"/>
              </a:spcBef>
              <a:spcAft>
                <a:spcPts val="0"/>
              </a:spcAft>
              <a:buNone/>
              <a:defRPr sz="3600">
                <a:solidFill>
                  <a:schemeClr val="accent2"/>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SECTION_TITLE_AND_DESCRIPTION_1">
    <p:bg>
      <p:bgPr>
        <a:blipFill>
          <a:blip r:embed="rId2">
            <a:alphaModFix/>
          </a:blip>
          <a:stretch>
            <a:fillRect/>
          </a:stretch>
        </a:blipFill>
      </p:bgPr>
    </p:bg>
    <p:spTree>
      <p:nvGrpSpPr>
        <p:cNvPr id="230" name="Shape 230"/>
        <p:cNvGrpSpPr/>
        <p:nvPr/>
      </p:nvGrpSpPr>
      <p:grpSpPr>
        <a:xfrm>
          <a:off x="0" y="0"/>
          <a:ext cx="0" cy="0"/>
          <a:chOff x="0" y="0"/>
          <a:chExt cx="0" cy="0"/>
        </a:xfrm>
      </p:grpSpPr>
      <p:sp>
        <p:nvSpPr>
          <p:cNvPr id="231" name="Google Shape;231;p45"/>
          <p:cNvSpPr txBox="1"/>
          <p:nvPr>
            <p:ph type="title"/>
          </p:nvPr>
        </p:nvSpPr>
        <p:spPr>
          <a:xfrm>
            <a:off x="625025" y="35533"/>
            <a:ext cx="4045200" cy="14823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7200">
                <a:solidFill>
                  <a:schemeClr val="accent1"/>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32" name="Google Shape;232;p45"/>
          <p:cNvSpPr txBox="1"/>
          <p:nvPr>
            <p:ph idx="1" type="subTitle"/>
          </p:nvPr>
        </p:nvSpPr>
        <p:spPr>
          <a:xfrm>
            <a:off x="625025" y="1331190"/>
            <a:ext cx="3375300" cy="1431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33" name="Google Shape;233;p45"/>
          <p:cNvSpPr txBox="1"/>
          <p:nvPr/>
        </p:nvSpPr>
        <p:spPr>
          <a:xfrm>
            <a:off x="621618" y="3589129"/>
            <a:ext cx="2418000" cy="93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lang="en" sz="1000">
                <a:solidFill>
                  <a:schemeClr val="dk1"/>
                </a:solidFill>
                <a:latin typeface="Hind Vadodara Light"/>
                <a:ea typeface="Hind Vadodara Light"/>
                <a:cs typeface="Hind Vadodara Light"/>
                <a:sym typeface="Hind Vadodara Light"/>
              </a:rPr>
              <a:t>CREDITS: This presentation template was created by </a:t>
            </a:r>
            <a:r>
              <a:rPr lang="en" sz="1000">
                <a:solidFill>
                  <a:schemeClr val="dk1"/>
                </a:solidFill>
                <a:uFill>
                  <a:noFill/>
                </a:uFill>
                <a:latin typeface="Hind Vadodara Medium"/>
                <a:ea typeface="Hind Vadodara Medium"/>
                <a:cs typeface="Hind Vadodara Medium"/>
                <a:sym typeface="Hind Vadodara Medium"/>
                <a:hlinkClick r:id="rId3">
                  <a:extLst>
                    <a:ext uri="{A12FA001-AC4F-418D-AE19-62706E023703}">
                      <ahyp:hlinkClr val="tx"/>
                    </a:ext>
                  </a:extLst>
                </a:hlinkClick>
              </a:rPr>
              <a:t>Slidesgo</a:t>
            </a:r>
            <a:r>
              <a:rPr lang="en" sz="1000">
                <a:solidFill>
                  <a:schemeClr val="dk1"/>
                </a:solidFill>
                <a:latin typeface="Hind Vadodara Light"/>
                <a:ea typeface="Hind Vadodara Light"/>
                <a:cs typeface="Hind Vadodara Light"/>
                <a:sym typeface="Hind Vadodara Light"/>
              </a:rPr>
              <a:t>, including icons, infographics &amp; images by </a:t>
            </a:r>
            <a:r>
              <a:rPr lang="en" sz="1000">
                <a:solidFill>
                  <a:schemeClr val="dk1"/>
                </a:solidFill>
                <a:uFill>
                  <a:noFill/>
                </a:uFill>
                <a:latin typeface="Hind Vadodara Medium"/>
                <a:ea typeface="Hind Vadodara Medium"/>
                <a:cs typeface="Hind Vadodara Medium"/>
                <a:sym typeface="Hind Vadodara Medium"/>
                <a:hlinkClick r:id="rId4">
                  <a:extLst>
                    <a:ext uri="{A12FA001-AC4F-418D-AE19-62706E023703}">
                      <ahyp:hlinkClr val="tx"/>
                    </a:ext>
                  </a:extLst>
                </a:hlinkClick>
              </a:rPr>
              <a:t>Freepik</a:t>
            </a:r>
            <a:endParaRPr>
              <a:solidFill>
                <a:schemeClr val="dk1"/>
              </a:solidFill>
              <a:latin typeface="Hind Vadodara Medium"/>
              <a:ea typeface="Hind Vadodara Medium"/>
              <a:cs typeface="Hind Vadodara Medium"/>
              <a:sym typeface="Hind Vadodara Medium"/>
            </a:endParaRPr>
          </a:p>
          <a:p>
            <a:pPr indent="0" lvl="0" marL="0" rtl="0" algn="l">
              <a:spcBef>
                <a:spcPts val="0"/>
              </a:spcBef>
              <a:spcAft>
                <a:spcPts val="0"/>
              </a:spcAft>
              <a:buNone/>
            </a:pPr>
            <a:r>
              <a:t/>
            </a:r>
            <a:endParaRPr>
              <a:solidFill>
                <a:schemeClr val="dk1"/>
              </a:solidFill>
              <a:latin typeface="Hind Vadodara Light"/>
              <a:ea typeface="Hind Vadodara Light"/>
              <a:cs typeface="Hind Vadodara Light"/>
              <a:sym typeface="Hind Vadodara Light"/>
            </a:endParaRPr>
          </a:p>
          <a:p>
            <a:pPr indent="0" lvl="0" marL="0" rtl="0" algn="l">
              <a:lnSpc>
                <a:spcPct val="115000"/>
              </a:lnSpc>
              <a:spcBef>
                <a:spcPts val="300"/>
              </a:spcBef>
              <a:spcAft>
                <a:spcPts val="0"/>
              </a:spcAft>
              <a:buNone/>
            </a:pPr>
            <a:r>
              <a:t/>
            </a:r>
            <a:endParaRPr sz="1000">
              <a:solidFill>
                <a:schemeClr val="dk1"/>
              </a:solidFill>
              <a:latin typeface="Hind Vadodara Light"/>
              <a:ea typeface="Hind Vadodara Light"/>
              <a:cs typeface="Hind Vadodara Light"/>
              <a:sym typeface="Hind Vadodara Light"/>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34" name="Shape 23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2.xml"/><Relationship Id="rId11" Type="http://schemas.openxmlformats.org/officeDocument/2006/relationships/slideLayout" Target="../slideLayouts/slideLayout33.xml"/><Relationship Id="rId22" Type="http://schemas.openxmlformats.org/officeDocument/2006/relationships/slideLayout" Target="../slideLayouts/slideLayout44.xml"/><Relationship Id="rId10" Type="http://schemas.openxmlformats.org/officeDocument/2006/relationships/slideLayout" Target="../slideLayouts/slideLayout32.xml"/><Relationship Id="rId21" Type="http://schemas.openxmlformats.org/officeDocument/2006/relationships/slideLayout" Target="../slideLayouts/slideLayout43.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23" Type="http://schemas.openxmlformats.org/officeDocument/2006/relationships/theme" Target="../theme/theme2.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5" Type="http://schemas.openxmlformats.org/officeDocument/2006/relationships/slideLayout" Target="../slideLayouts/slideLayout37.xml"/><Relationship Id="rId14" Type="http://schemas.openxmlformats.org/officeDocument/2006/relationships/slideLayout" Target="../slideLayouts/slideLayout36.xml"/><Relationship Id="rId17" Type="http://schemas.openxmlformats.org/officeDocument/2006/relationships/slideLayout" Target="../slideLayouts/slideLayout39.xml"/><Relationship Id="rId16" Type="http://schemas.openxmlformats.org/officeDocument/2006/relationships/slideLayout" Target="../slideLayouts/slideLayout38.xml"/><Relationship Id="rId5" Type="http://schemas.openxmlformats.org/officeDocument/2006/relationships/slideLayout" Target="../slideLayouts/slideLayout27.xml"/><Relationship Id="rId19" Type="http://schemas.openxmlformats.org/officeDocument/2006/relationships/slideLayout" Target="../slideLayouts/slideLayout41.xml"/><Relationship Id="rId6" Type="http://schemas.openxmlformats.org/officeDocument/2006/relationships/slideLayout" Target="../slideLayouts/slideLayout28.xml"/><Relationship Id="rId18" Type="http://schemas.openxmlformats.org/officeDocument/2006/relationships/slideLayout" Target="../slideLayouts/slideLayout40.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1pPr>
            <a:lvl2pPr lvl="1">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2pPr>
            <a:lvl3pPr lvl="2">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3pPr>
            <a:lvl4pPr lvl="3">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4pPr>
            <a:lvl5pPr lvl="4">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5pPr>
            <a:lvl6pPr lvl="5">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6pPr>
            <a:lvl7pPr lvl="6">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7pPr>
            <a:lvl8pPr lvl="7">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8pPr>
            <a:lvl9pPr lvl="8">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Hind Vadodara Light"/>
              <a:buChar char="●"/>
              <a:defRPr sz="1800">
                <a:solidFill>
                  <a:schemeClr val="dk1"/>
                </a:solidFill>
                <a:latin typeface="Hind Vadodara Light"/>
                <a:ea typeface="Hind Vadodara Light"/>
                <a:cs typeface="Hind Vadodara Light"/>
                <a:sym typeface="Hind Vadodara Light"/>
              </a:defRPr>
            </a:lvl1pPr>
            <a:lvl2pPr indent="-317500" lvl="1" marL="914400">
              <a:lnSpc>
                <a:spcPct val="115000"/>
              </a:lnSpc>
              <a:spcBef>
                <a:spcPts val="1600"/>
              </a:spcBef>
              <a:spcAft>
                <a:spcPts val="0"/>
              </a:spcAft>
              <a:buClr>
                <a:schemeClr val="dk1"/>
              </a:buClr>
              <a:buSzPts val="1400"/>
              <a:buFont typeface="Hind Vadodara Light"/>
              <a:buChar char="○"/>
              <a:defRPr>
                <a:solidFill>
                  <a:schemeClr val="dk1"/>
                </a:solidFill>
                <a:latin typeface="Hind Vadodara Light"/>
                <a:ea typeface="Hind Vadodara Light"/>
                <a:cs typeface="Hind Vadodara Light"/>
                <a:sym typeface="Hind Vadodara Light"/>
              </a:defRPr>
            </a:lvl2pPr>
            <a:lvl3pPr indent="-304800" lvl="2" marL="13716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3pPr>
            <a:lvl4pPr indent="-304800" lvl="3" marL="18288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4pPr>
            <a:lvl5pPr indent="-304800" lvl="4" marL="22860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5pPr>
            <a:lvl6pPr indent="-304800" lvl="5" marL="27432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6pPr>
            <a:lvl7pPr indent="-304800" lvl="6" marL="32004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7pPr>
            <a:lvl8pPr indent="-304800" lvl="7" marL="36576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8pPr>
            <a:lvl9pPr indent="-304800" lvl="8" marL="4114800">
              <a:lnSpc>
                <a:spcPct val="115000"/>
              </a:lnSpc>
              <a:spcBef>
                <a:spcPts val="1600"/>
              </a:spcBef>
              <a:spcAft>
                <a:spcPts val="160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1pPr>
            <a:lvl2pPr lvl="1">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2pPr>
            <a:lvl3pPr lvl="2">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3pPr>
            <a:lvl4pPr lvl="3">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4pPr>
            <a:lvl5pPr lvl="4">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5pPr>
            <a:lvl6pPr lvl="5">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6pPr>
            <a:lvl7pPr lvl="6">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7pPr>
            <a:lvl8pPr lvl="7">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8pPr>
            <a:lvl9pPr lvl="8">
              <a:spcBef>
                <a:spcPts val="0"/>
              </a:spcBef>
              <a:spcAft>
                <a:spcPts val="0"/>
              </a:spcAft>
              <a:buClr>
                <a:schemeClr val="dk1"/>
              </a:buClr>
              <a:buSzPts val="2400"/>
              <a:buFont typeface="Teko Light"/>
              <a:buNone/>
              <a:defRPr sz="2400">
                <a:solidFill>
                  <a:schemeClr val="dk1"/>
                </a:solidFill>
                <a:latin typeface="Teko Light"/>
                <a:ea typeface="Teko Light"/>
                <a:cs typeface="Teko Light"/>
                <a:sym typeface="Teko Light"/>
              </a:defRPr>
            </a:lvl9pPr>
          </a:lstStyle>
          <a:p/>
        </p:txBody>
      </p:sp>
      <p:sp>
        <p:nvSpPr>
          <p:cNvPr id="122" name="Google Shape;122;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Hind Vadodara Light"/>
              <a:buChar char="●"/>
              <a:defRPr sz="1800">
                <a:solidFill>
                  <a:schemeClr val="dk1"/>
                </a:solidFill>
                <a:latin typeface="Hind Vadodara Light"/>
                <a:ea typeface="Hind Vadodara Light"/>
                <a:cs typeface="Hind Vadodara Light"/>
                <a:sym typeface="Hind Vadodara Light"/>
              </a:defRPr>
            </a:lvl1pPr>
            <a:lvl2pPr indent="-317500" lvl="1" marL="914400">
              <a:lnSpc>
                <a:spcPct val="115000"/>
              </a:lnSpc>
              <a:spcBef>
                <a:spcPts val="1600"/>
              </a:spcBef>
              <a:spcAft>
                <a:spcPts val="0"/>
              </a:spcAft>
              <a:buClr>
                <a:schemeClr val="dk1"/>
              </a:buClr>
              <a:buSzPts val="1400"/>
              <a:buFont typeface="Hind Vadodara Light"/>
              <a:buChar char="○"/>
              <a:defRPr>
                <a:solidFill>
                  <a:schemeClr val="dk1"/>
                </a:solidFill>
                <a:latin typeface="Hind Vadodara Light"/>
                <a:ea typeface="Hind Vadodara Light"/>
                <a:cs typeface="Hind Vadodara Light"/>
                <a:sym typeface="Hind Vadodara Light"/>
              </a:defRPr>
            </a:lvl2pPr>
            <a:lvl3pPr indent="-304800" lvl="2" marL="13716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3pPr>
            <a:lvl4pPr indent="-304800" lvl="3" marL="18288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4pPr>
            <a:lvl5pPr indent="-304800" lvl="4" marL="22860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5pPr>
            <a:lvl6pPr indent="-304800" lvl="5" marL="27432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6pPr>
            <a:lvl7pPr indent="-304800" lvl="6" marL="32004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7pPr>
            <a:lvl8pPr indent="-304800" lvl="7" marL="3657600">
              <a:lnSpc>
                <a:spcPct val="115000"/>
              </a:lnSpc>
              <a:spcBef>
                <a:spcPts val="1600"/>
              </a:spcBef>
              <a:spcAft>
                <a:spcPts val="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8pPr>
            <a:lvl9pPr indent="-304800" lvl="8" marL="4114800">
              <a:lnSpc>
                <a:spcPct val="115000"/>
              </a:lnSpc>
              <a:spcBef>
                <a:spcPts val="1600"/>
              </a:spcBef>
              <a:spcAft>
                <a:spcPts val="1600"/>
              </a:spcAft>
              <a:buClr>
                <a:schemeClr val="dk1"/>
              </a:buClr>
              <a:buSzPts val="1200"/>
              <a:buFont typeface="Hind Vadodara Light"/>
              <a:buChar char="■"/>
              <a:defRPr sz="1200">
                <a:solidFill>
                  <a:schemeClr val="dk1"/>
                </a:solidFill>
                <a:latin typeface="Hind Vadodara Light"/>
                <a:ea typeface="Hind Vadodara Light"/>
                <a:cs typeface="Hind Vadodara Light"/>
                <a:sym typeface="Hind Vadodara Light"/>
              </a:defRPr>
            </a:lvl9pPr>
          </a:lstStyle>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1.png"/><Relationship Id="rId4" Type="http://schemas.openxmlformats.org/officeDocument/2006/relationships/image" Target="../media/image52.jpg"/><Relationship Id="rId5" Type="http://schemas.openxmlformats.org/officeDocument/2006/relationships/image" Target="../media/image31.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4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 Id="rId3" Type="http://schemas.openxmlformats.org/officeDocument/2006/relationships/image" Target="../media/image54.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37.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hyperlink" Target="http://tinyurl.com/ysjcdrive" TargetMode="External"/><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7"/>
          <p:cNvSpPr txBox="1"/>
          <p:nvPr>
            <p:ph type="ctrTitle"/>
          </p:nvPr>
        </p:nvSpPr>
        <p:spPr>
          <a:xfrm>
            <a:off x="1682550" y="1699200"/>
            <a:ext cx="5778900" cy="174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8000"/>
              <a:t>Welcome to YSJC!</a:t>
            </a:r>
            <a:endParaRPr sz="8000"/>
          </a:p>
        </p:txBody>
      </p:sp>
      <p:pic>
        <p:nvPicPr>
          <p:cNvPr id="240" name="Google Shape;240;p47" title="horizontal wordmark transparent.png"/>
          <p:cNvPicPr preferRelativeResize="0"/>
          <p:nvPr/>
        </p:nvPicPr>
        <p:blipFill>
          <a:blip r:embed="rId3">
            <a:alphaModFix/>
          </a:blip>
          <a:stretch>
            <a:fillRect/>
          </a:stretch>
        </p:blipFill>
        <p:spPr>
          <a:xfrm>
            <a:off x="91425" y="4601175"/>
            <a:ext cx="1636500" cy="451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4" name="Shape 244"/>
        <p:cNvGrpSpPr/>
        <p:nvPr/>
      </p:nvGrpSpPr>
      <p:grpSpPr>
        <a:xfrm>
          <a:off x="0" y="0"/>
          <a:ext cx="0" cy="0"/>
          <a:chOff x="0" y="0"/>
          <a:chExt cx="0" cy="0"/>
        </a:xfrm>
      </p:grpSpPr>
      <p:sp>
        <p:nvSpPr>
          <p:cNvPr id="245" name="Google Shape;245;p48"/>
          <p:cNvSpPr txBox="1"/>
          <p:nvPr>
            <p:ph idx="18" type="title"/>
          </p:nvPr>
        </p:nvSpPr>
        <p:spPr>
          <a:xfrm>
            <a:off x="2421000" y="283608"/>
            <a:ext cx="43020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TABLE OF CONTENTS</a:t>
            </a:r>
            <a:endParaRPr sz="4500"/>
          </a:p>
        </p:txBody>
      </p:sp>
      <p:sp>
        <p:nvSpPr>
          <p:cNvPr id="246" name="Google Shape;246;p48"/>
          <p:cNvSpPr txBox="1"/>
          <p:nvPr>
            <p:ph type="ctrTitle"/>
          </p:nvPr>
        </p:nvSpPr>
        <p:spPr>
          <a:xfrm flipH="1">
            <a:off x="773250" y="1735721"/>
            <a:ext cx="25041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100"/>
              <a:t>Introduction</a:t>
            </a:r>
            <a:endParaRPr sz="3100"/>
          </a:p>
        </p:txBody>
      </p:sp>
      <p:sp>
        <p:nvSpPr>
          <p:cNvPr id="247" name="Google Shape;247;p48"/>
          <p:cNvSpPr txBox="1"/>
          <p:nvPr>
            <p:ph idx="3" type="ctrTitle"/>
          </p:nvPr>
        </p:nvSpPr>
        <p:spPr>
          <a:xfrm flipH="1">
            <a:off x="3379651" y="1735789"/>
            <a:ext cx="23847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100"/>
              <a:t>Timeline</a:t>
            </a:r>
            <a:endParaRPr sz="3100"/>
          </a:p>
        </p:txBody>
      </p:sp>
      <p:sp>
        <p:nvSpPr>
          <p:cNvPr id="248" name="Google Shape;248;p48"/>
          <p:cNvSpPr txBox="1"/>
          <p:nvPr>
            <p:ph idx="6" type="ctrTitle"/>
          </p:nvPr>
        </p:nvSpPr>
        <p:spPr>
          <a:xfrm flipH="1">
            <a:off x="5792712" y="1742097"/>
            <a:ext cx="24531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100"/>
              <a:t>Program Tracks</a:t>
            </a:r>
            <a:endParaRPr sz="3100"/>
          </a:p>
        </p:txBody>
      </p:sp>
      <p:sp>
        <p:nvSpPr>
          <p:cNvPr id="249" name="Google Shape;249;p48"/>
          <p:cNvSpPr txBox="1"/>
          <p:nvPr>
            <p:ph idx="9" type="ctrTitle"/>
          </p:nvPr>
        </p:nvSpPr>
        <p:spPr>
          <a:xfrm flipH="1">
            <a:off x="773256" y="3389814"/>
            <a:ext cx="24531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100"/>
              <a:t>Capstone Project</a:t>
            </a:r>
            <a:endParaRPr sz="3100"/>
          </a:p>
        </p:txBody>
      </p:sp>
      <p:sp>
        <p:nvSpPr>
          <p:cNvPr id="250" name="Google Shape;250;p48"/>
          <p:cNvSpPr txBox="1"/>
          <p:nvPr>
            <p:ph idx="15" type="ctrTitle"/>
          </p:nvPr>
        </p:nvSpPr>
        <p:spPr>
          <a:xfrm flipH="1">
            <a:off x="3302046" y="3389814"/>
            <a:ext cx="24531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100"/>
              <a:t>Groups</a:t>
            </a:r>
            <a:endParaRPr sz="3100"/>
          </a:p>
        </p:txBody>
      </p:sp>
      <p:sp>
        <p:nvSpPr>
          <p:cNvPr id="251" name="Google Shape;251;p48"/>
          <p:cNvSpPr txBox="1"/>
          <p:nvPr>
            <p:ph idx="2" type="title"/>
          </p:nvPr>
        </p:nvSpPr>
        <p:spPr>
          <a:xfrm>
            <a:off x="1760724" y="1238601"/>
            <a:ext cx="5292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t>01</a:t>
            </a:r>
            <a:endParaRPr sz="4300"/>
          </a:p>
        </p:txBody>
      </p:sp>
      <p:sp>
        <p:nvSpPr>
          <p:cNvPr id="252" name="Google Shape;252;p48"/>
          <p:cNvSpPr txBox="1"/>
          <p:nvPr>
            <p:ph idx="5" type="title"/>
          </p:nvPr>
        </p:nvSpPr>
        <p:spPr>
          <a:xfrm>
            <a:off x="4098299" y="1238612"/>
            <a:ext cx="9474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t>02</a:t>
            </a:r>
            <a:endParaRPr sz="4300"/>
          </a:p>
        </p:txBody>
      </p:sp>
      <p:sp>
        <p:nvSpPr>
          <p:cNvPr id="253" name="Google Shape;253;p48"/>
          <p:cNvSpPr txBox="1"/>
          <p:nvPr>
            <p:ph idx="14" type="title"/>
          </p:nvPr>
        </p:nvSpPr>
        <p:spPr>
          <a:xfrm>
            <a:off x="1526106" y="2884909"/>
            <a:ext cx="9474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t>04</a:t>
            </a:r>
            <a:endParaRPr sz="4300"/>
          </a:p>
        </p:txBody>
      </p:sp>
      <p:sp>
        <p:nvSpPr>
          <p:cNvPr id="254" name="Google Shape;254;p48"/>
          <p:cNvSpPr txBox="1"/>
          <p:nvPr>
            <p:ph idx="17" type="title"/>
          </p:nvPr>
        </p:nvSpPr>
        <p:spPr>
          <a:xfrm>
            <a:off x="4054896" y="2884909"/>
            <a:ext cx="9474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t>05 </a:t>
            </a:r>
            <a:endParaRPr sz="4300"/>
          </a:p>
        </p:txBody>
      </p:sp>
      <p:sp>
        <p:nvSpPr>
          <p:cNvPr id="255" name="Google Shape;255;p48"/>
          <p:cNvSpPr txBox="1"/>
          <p:nvPr>
            <p:ph idx="8" type="title"/>
          </p:nvPr>
        </p:nvSpPr>
        <p:spPr>
          <a:xfrm>
            <a:off x="6492612" y="1239070"/>
            <a:ext cx="10533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t>03</a:t>
            </a:r>
            <a:endParaRPr sz="4300"/>
          </a:p>
        </p:txBody>
      </p:sp>
      <p:sp>
        <p:nvSpPr>
          <p:cNvPr id="256" name="Google Shape;256;p48"/>
          <p:cNvSpPr txBox="1"/>
          <p:nvPr>
            <p:ph idx="15" type="ctrTitle"/>
          </p:nvPr>
        </p:nvSpPr>
        <p:spPr>
          <a:xfrm flipH="1">
            <a:off x="5830846" y="3389814"/>
            <a:ext cx="24531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100"/>
              <a:t>Q&amp;A</a:t>
            </a:r>
            <a:endParaRPr sz="3100"/>
          </a:p>
        </p:txBody>
      </p:sp>
      <p:sp>
        <p:nvSpPr>
          <p:cNvPr id="257" name="Google Shape;257;p48"/>
          <p:cNvSpPr txBox="1"/>
          <p:nvPr>
            <p:ph idx="17" type="title"/>
          </p:nvPr>
        </p:nvSpPr>
        <p:spPr>
          <a:xfrm>
            <a:off x="6583696" y="2884909"/>
            <a:ext cx="9474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t>06 </a:t>
            </a:r>
            <a:endParaRPr sz="4300"/>
          </a:p>
        </p:txBody>
      </p:sp>
      <p:pic>
        <p:nvPicPr>
          <p:cNvPr id="258" name="Google Shape;258;p48" title="horizontal wordmark transparent.png"/>
          <p:cNvPicPr preferRelativeResize="0"/>
          <p:nvPr/>
        </p:nvPicPr>
        <p:blipFill>
          <a:blip r:embed="rId4">
            <a:alphaModFix/>
          </a:blip>
          <a:stretch>
            <a:fillRect/>
          </a:stretch>
        </p:blipFill>
        <p:spPr>
          <a:xfrm>
            <a:off x="91425" y="4601175"/>
            <a:ext cx="1636500" cy="451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9"/>
          <p:cNvSpPr txBox="1"/>
          <p:nvPr>
            <p:ph idx="2" type="title"/>
          </p:nvPr>
        </p:nvSpPr>
        <p:spPr>
          <a:xfrm>
            <a:off x="2595072" y="2093275"/>
            <a:ext cx="10530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64" name="Google Shape;264;p49"/>
          <p:cNvSpPr txBox="1"/>
          <p:nvPr>
            <p:ph type="ctrTitle"/>
          </p:nvPr>
        </p:nvSpPr>
        <p:spPr>
          <a:xfrm>
            <a:off x="4007825" y="2173943"/>
            <a:ext cx="4535700" cy="8229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7500"/>
              <a:t>Introduction</a:t>
            </a:r>
            <a:endParaRPr sz="7500"/>
          </a:p>
        </p:txBody>
      </p:sp>
      <p:sp>
        <p:nvSpPr>
          <p:cNvPr id="265" name="Google Shape;265;p49"/>
          <p:cNvSpPr txBox="1"/>
          <p:nvPr>
            <p:ph idx="1" type="subTitle"/>
          </p:nvPr>
        </p:nvSpPr>
        <p:spPr>
          <a:xfrm>
            <a:off x="5234375" y="2841675"/>
            <a:ext cx="3309000" cy="577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2900"/>
              <a:t>What is Youth STEM Journal Club?</a:t>
            </a:r>
            <a:endParaRPr sz="2900"/>
          </a:p>
        </p:txBody>
      </p:sp>
      <p:pic>
        <p:nvPicPr>
          <p:cNvPr id="266" name="Google Shape;266;p49" title="horizontal wordmark transparent.png"/>
          <p:cNvPicPr preferRelativeResize="0"/>
          <p:nvPr/>
        </p:nvPicPr>
        <p:blipFill>
          <a:blip r:embed="rId3">
            <a:alphaModFix/>
          </a:blip>
          <a:stretch>
            <a:fillRect/>
          </a:stretch>
        </p:blipFill>
        <p:spPr>
          <a:xfrm>
            <a:off x="91425" y="4601175"/>
            <a:ext cx="1636500" cy="451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50"/>
          <p:cNvSpPr txBox="1"/>
          <p:nvPr>
            <p:ph idx="4" type="title"/>
          </p:nvPr>
        </p:nvSpPr>
        <p:spPr>
          <a:xfrm>
            <a:off x="303625" y="1025400"/>
            <a:ext cx="2213700" cy="2053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000"/>
              <a:t>Meet the Mentors</a:t>
            </a:r>
            <a:endParaRPr sz="6000"/>
          </a:p>
        </p:txBody>
      </p:sp>
      <p:sp>
        <p:nvSpPr>
          <p:cNvPr id="272" name="Google Shape;272;p50"/>
          <p:cNvSpPr txBox="1"/>
          <p:nvPr>
            <p:ph idx="2" type="ctrTitle"/>
          </p:nvPr>
        </p:nvSpPr>
        <p:spPr>
          <a:xfrm flipH="1">
            <a:off x="2870833" y="1793673"/>
            <a:ext cx="1414800" cy="411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700"/>
              <a:t>Jennifer Li</a:t>
            </a:r>
            <a:endParaRPr sz="2700"/>
          </a:p>
        </p:txBody>
      </p:sp>
      <p:sp>
        <p:nvSpPr>
          <p:cNvPr id="273" name="Google Shape;273;p50"/>
          <p:cNvSpPr txBox="1"/>
          <p:nvPr>
            <p:ph idx="1" type="subTitle"/>
          </p:nvPr>
        </p:nvSpPr>
        <p:spPr>
          <a:xfrm flipH="1">
            <a:off x="2712300" y="2094293"/>
            <a:ext cx="1906200" cy="40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Neuroscience Group</a:t>
            </a:r>
            <a:endParaRPr sz="1200"/>
          </a:p>
        </p:txBody>
      </p:sp>
      <p:sp>
        <p:nvSpPr>
          <p:cNvPr id="274" name="Google Shape;274;p50"/>
          <p:cNvSpPr txBox="1"/>
          <p:nvPr>
            <p:ph idx="3" type="subTitle"/>
          </p:nvPr>
        </p:nvSpPr>
        <p:spPr>
          <a:xfrm flipH="1">
            <a:off x="2621850" y="4327750"/>
            <a:ext cx="2087100" cy="39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Computer Science Group</a:t>
            </a:r>
            <a:endParaRPr sz="1200"/>
          </a:p>
        </p:txBody>
      </p:sp>
      <p:sp>
        <p:nvSpPr>
          <p:cNvPr id="275" name="Google Shape;275;p50"/>
          <p:cNvSpPr txBox="1"/>
          <p:nvPr>
            <p:ph type="ctrTitle"/>
          </p:nvPr>
        </p:nvSpPr>
        <p:spPr>
          <a:xfrm flipH="1">
            <a:off x="2916412" y="4061121"/>
            <a:ext cx="1482300" cy="37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700"/>
              <a:t>Kalena Dai</a:t>
            </a:r>
            <a:endParaRPr sz="2700"/>
          </a:p>
        </p:txBody>
      </p:sp>
      <p:pic>
        <p:nvPicPr>
          <p:cNvPr id="276" name="Google Shape;276;p50" title="Screenshot 2025-06-17 at 7.16.20 PM.png"/>
          <p:cNvPicPr preferRelativeResize="0"/>
          <p:nvPr/>
        </p:nvPicPr>
        <p:blipFill rotWithShape="1">
          <a:blip r:embed="rId3">
            <a:alphaModFix/>
          </a:blip>
          <a:srcRect b="0" l="5237" r="5237" t="0"/>
          <a:stretch/>
        </p:blipFill>
        <p:spPr>
          <a:xfrm rot="8070">
            <a:off x="3082471" y="2732884"/>
            <a:ext cx="1150203" cy="1171500"/>
          </a:xfrm>
          <a:prstGeom prst="ellipse">
            <a:avLst/>
          </a:prstGeom>
          <a:noFill/>
          <a:ln cap="flat" cmpd="sng" w="76200">
            <a:solidFill>
              <a:schemeClr val="lt2"/>
            </a:solidFill>
            <a:prstDash val="solid"/>
            <a:round/>
            <a:headEnd len="sm" w="sm" type="none"/>
            <a:tailEnd len="sm" w="sm" type="none"/>
          </a:ln>
        </p:spPr>
      </p:pic>
      <p:sp>
        <p:nvSpPr>
          <p:cNvPr id="277" name="Google Shape;277;p50"/>
          <p:cNvSpPr txBox="1"/>
          <p:nvPr>
            <p:ph idx="2" type="ctrTitle"/>
          </p:nvPr>
        </p:nvSpPr>
        <p:spPr>
          <a:xfrm flipH="1">
            <a:off x="4904646" y="1793673"/>
            <a:ext cx="1414800" cy="411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700"/>
              <a:t>Ashley Kang</a:t>
            </a:r>
            <a:endParaRPr sz="2700"/>
          </a:p>
        </p:txBody>
      </p:sp>
      <p:sp>
        <p:nvSpPr>
          <p:cNvPr id="278" name="Google Shape;278;p50"/>
          <p:cNvSpPr txBox="1"/>
          <p:nvPr>
            <p:ph idx="1" type="subTitle"/>
          </p:nvPr>
        </p:nvSpPr>
        <p:spPr>
          <a:xfrm flipH="1">
            <a:off x="4658938" y="2094293"/>
            <a:ext cx="1906200" cy="40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Chemistry</a:t>
            </a:r>
            <a:r>
              <a:rPr lang="en" sz="1200"/>
              <a:t> Group</a:t>
            </a:r>
            <a:endParaRPr sz="1200"/>
          </a:p>
        </p:txBody>
      </p:sp>
      <p:sp>
        <p:nvSpPr>
          <p:cNvPr id="279" name="Google Shape;279;p50"/>
          <p:cNvSpPr txBox="1"/>
          <p:nvPr>
            <p:ph type="ctrTitle"/>
          </p:nvPr>
        </p:nvSpPr>
        <p:spPr>
          <a:xfrm flipH="1">
            <a:off x="4419538" y="4061125"/>
            <a:ext cx="2385000" cy="37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700"/>
              <a:t>Stephanie Leung</a:t>
            </a:r>
            <a:endParaRPr sz="2700"/>
          </a:p>
        </p:txBody>
      </p:sp>
      <p:pic>
        <p:nvPicPr>
          <p:cNvPr id="280" name="Google Shape;280;p50" title="IMG_5857.jpeg"/>
          <p:cNvPicPr preferRelativeResize="0"/>
          <p:nvPr/>
        </p:nvPicPr>
        <p:blipFill rotWithShape="1">
          <a:blip r:embed="rId4">
            <a:alphaModFix/>
          </a:blip>
          <a:srcRect b="35623" l="47339" r="24029" t="25474"/>
          <a:stretch/>
        </p:blipFill>
        <p:spPr>
          <a:xfrm>
            <a:off x="7070918" y="516800"/>
            <a:ext cx="1149900" cy="1171800"/>
          </a:xfrm>
          <a:prstGeom prst="ellipse">
            <a:avLst/>
          </a:prstGeom>
          <a:noFill/>
          <a:ln cap="flat" cmpd="sng" w="76200">
            <a:solidFill>
              <a:schemeClr val="lt2"/>
            </a:solidFill>
            <a:prstDash val="solid"/>
            <a:round/>
            <a:headEnd len="sm" w="sm" type="none"/>
            <a:tailEnd len="sm" w="sm" type="none"/>
          </a:ln>
        </p:spPr>
      </p:pic>
      <p:sp>
        <p:nvSpPr>
          <p:cNvPr id="281" name="Google Shape;281;p50"/>
          <p:cNvSpPr txBox="1"/>
          <p:nvPr>
            <p:ph idx="2" type="ctrTitle"/>
          </p:nvPr>
        </p:nvSpPr>
        <p:spPr>
          <a:xfrm flipH="1">
            <a:off x="6938483" y="1793673"/>
            <a:ext cx="1414800" cy="411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700"/>
              <a:t>Jadon Li</a:t>
            </a:r>
            <a:endParaRPr sz="2700"/>
          </a:p>
        </p:txBody>
      </p:sp>
      <p:sp>
        <p:nvSpPr>
          <p:cNvPr id="282" name="Google Shape;282;p50"/>
          <p:cNvSpPr txBox="1"/>
          <p:nvPr>
            <p:ph idx="1" type="subTitle"/>
          </p:nvPr>
        </p:nvSpPr>
        <p:spPr>
          <a:xfrm flipH="1">
            <a:off x="6692775" y="2094293"/>
            <a:ext cx="1906200" cy="40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Biology</a:t>
            </a:r>
            <a:r>
              <a:rPr lang="en" sz="1200"/>
              <a:t> Group</a:t>
            </a:r>
            <a:endParaRPr sz="1200"/>
          </a:p>
        </p:txBody>
      </p:sp>
      <p:sp>
        <p:nvSpPr>
          <p:cNvPr id="283" name="Google Shape;283;p50"/>
          <p:cNvSpPr txBox="1"/>
          <p:nvPr>
            <p:ph type="ctrTitle"/>
          </p:nvPr>
        </p:nvSpPr>
        <p:spPr>
          <a:xfrm flipH="1">
            <a:off x="6904737" y="4061121"/>
            <a:ext cx="1482300" cy="37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700"/>
              <a:t>Veer Mahajan</a:t>
            </a:r>
            <a:endParaRPr sz="2700"/>
          </a:p>
        </p:txBody>
      </p:sp>
      <p:pic>
        <p:nvPicPr>
          <p:cNvPr id="284" name="Google Shape;284;p50" title="image_2025-06-18_133329479.png"/>
          <p:cNvPicPr preferRelativeResize="0"/>
          <p:nvPr/>
        </p:nvPicPr>
        <p:blipFill rotWithShape="1">
          <a:blip r:embed="rId5">
            <a:alphaModFix/>
          </a:blip>
          <a:srcRect b="16405" l="0" r="10969" t="5440"/>
          <a:stretch/>
        </p:blipFill>
        <p:spPr>
          <a:xfrm rot="334963">
            <a:off x="7070756" y="2732904"/>
            <a:ext cx="1150256" cy="1171698"/>
          </a:xfrm>
          <a:prstGeom prst="ellipse">
            <a:avLst/>
          </a:prstGeom>
          <a:noFill/>
          <a:ln cap="flat" cmpd="sng" w="76200">
            <a:solidFill>
              <a:schemeClr val="lt2"/>
            </a:solidFill>
            <a:prstDash val="solid"/>
            <a:round/>
            <a:headEnd len="sm" w="sm" type="none"/>
            <a:tailEnd len="sm" w="sm" type="none"/>
          </a:ln>
        </p:spPr>
      </p:pic>
      <p:sp>
        <p:nvSpPr>
          <p:cNvPr id="285" name="Google Shape;285;p50"/>
          <p:cNvSpPr txBox="1"/>
          <p:nvPr>
            <p:ph idx="1" type="subTitle"/>
          </p:nvPr>
        </p:nvSpPr>
        <p:spPr>
          <a:xfrm flipH="1">
            <a:off x="4658950" y="4324293"/>
            <a:ext cx="1906200" cy="40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Psychology</a:t>
            </a:r>
            <a:r>
              <a:rPr lang="en" sz="1200"/>
              <a:t> Group</a:t>
            </a:r>
            <a:endParaRPr sz="1200"/>
          </a:p>
        </p:txBody>
      </p:sp>
      <p:sp>
        <p:nvSpPr>
          <p:cNvPr id="286" name="Google Shape;286;p50"/>
          <p:cNvSpPr txBox="1"/>
          <p:nvPr>
            <p:ph idx="1" type="subTitle"/>
          </p:nvPr>
        </p:nvSpPr>
        <p:spPr>
          <a:xfrm flipH="1">
            <a:off x="6692775" y="4324293"/>
            <a:ext cx="1906200" cy="40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Mathematics</a:t>
            </a:r>
            <a:r>
              <a:rPr lang="en" sz="1200"/>
              <a:t> Group</a:t>
            </a:r>
            <a:endParaRPr sz="1200"/>
          </a:p>
        </p:txBody>
      </p:sp>
      <p:pic>
        <p:nvPicPr>
          <p:cNvPr id="287" name="Google Shape;287;p50" title="Screenshot 2025-06-13 at 8.36.13 AM.png"/>
          <p:cNvPicPr preferRelativeResize="0"/>
          <p:nvPr/>
        </p:nvPicPr>
        <p:blipFill rotWithShape="1">
          <a:blip r:embed="rId6">
            <a:alphaModFix/>
          </a:blip>
          <a:srcRect b="35434" l="29552" r="16560" t="4488"/>
          <a:stretch/>
        </p:blipFill>
        <p:spPr>
          <a:xfrm>
            <a:off x="3029501" y="418100"/>
            <a:ext cx="1256100" cy="1270500"/>
          </a:xfrm>
          <a:prstGeom prst="ellipse">
            <a:avLst/>
          </a:prstGeom>
          <a:noFill/>
          <a:ln>
            <a:noFill/>
          </a:ln>
        </p:spPr>
      </p:pic>
      <p:grpSp>
        <p:nvGrpSpPr>
          <p:cNvPr id="288" name="Google Shape;288;p50"/>
          <p:cNvGrpSpPr/>
          <p:nvPr/>
        </p:nvGrpSpPr>
        <p:grpSpPr>
          <a:xfrm rot="-8975042">
            <a:off x="188711" y="3366389"/>
            <a:ext cx="2152353" cy="1963563"/>
            <a:chOff x="5854150" y="1414663"/>
            <a:chExt cx="796725" cy="792450"/>
          </a:xfrm>
        </p:grpSpPr>
        <p:sp>
          <p:nvSpPr>
            <p:cNvPr id="289" name="Google Shape;289;p50"/>
            <p:cNvSpPr/>
            <p:nvPr/>
          </p:nvSpPr>
          <p:spPr>
            <a:xfrm>
              <a:off x="6016975" y="2048588"/>
              <a:ext cx="31175" cy="112600"/>
            </a:xfrm>
            <a:custGeom>
              <a:rect b="b" l="l" r="r" t="t"/>
              <a:pathLst>
                <a:path extrusionOk="0" fill="none" h="4504" w="1247">
                  <a:moveTo>
                    <a:pt x="1" y="4503"/>
                  </a:moveTo>
                  <a:lnTo>
                    <a:pt x="1247" y="1"/>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0"/>
            <p:cNvSpPr/>
            <p:nvPr/>
          </p:nvSpPr>
          <p:spPr>
            <a:xfrm>
              <a:off x="5999275" y="2146138"/>
              <a:ext cx="33800" cy="28650"/>
            </a:xfrm>
            <a:custGeom>
              <a:rect b="b" l="l" r="r" t="t"/>
              <a:pathLst>
                <a:path extrusionOk="0" h="1146" w="1352">
                  <a:moveTo>
                    <a:pt x="702" y="0"/>
                  </a:moveTo>
                  <a:cubicBezTo>
                    <a:pt x="290" y="0"/>
                    <a:pt x="1" y="465"/>
                    <a:pt x="226" y="856"/>
                  </a:cubicBezTo>
                  <a:cubicBezTo>
                    <a:pt x="333" y="1052"/>
                    <a:pt x="524" y="1145"/>
                    <a:pt x="716" y="1145"/>
                  </a:cubicBezTo>
                  <a:cubicBezTo>
                    <a:pt x="956" y="1145"/>
                    <a:pt x="1197" y="998"/>
                    <a:pt x="1271" y="722"/>
                  </a:cubicBezTo>
                  <a:cubicBezTo>
                    <a:pt x="1352" y="414"/>
                    <a:pt x="1178" y="106"/>
                    <a:pt x="869" y="25"/>
                  </a:cubicBezTo>
                  <a:cubicBezTo>
                    <a:pt x="812" y="8"/>
                    <a:pt x="756" y="0"/>
                    <a:pt x="702"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0"/>
            <p:cNvSpPr/>
            <p:nvPr/>
          </p:nvSpPr>
          <p:spPr>
            <a:xfrm>
              <a:off x="6029700" y="2035063"/>
              <a:ext cx="34850" cy="28775"/>
            </a:xfrm>
            <a:custGeom>
              <a:rect b="b" l="l" r="r" t="t"/>
              <a:pathLst>
                <a:path extrusionOk="0" h="1151" w="1394">
                  <a:moveTo>
                    <a:pt x="726" y="1"/>
                  </a:moveTo>
                  <a:cubicBezTo>
                    <a:pt x="633" y="1"/>
                    <a:pt x="537" y="23"/>
                    <a:pt x="443" y="73"/>
                  </a:cubicBezTo>
                  <a:cubicBezTo>
                    <a:pt x="1" y="327"/>
                    <a:pt x="81" y="997"/>
                    <a:pt x="577" y="1131"/>
                  </a:cubicBezTo>
                  <a:cubicBezTo>
                    <a:pt x="628" y="1145"/>
                    <a:pt x="678" y="1151"/>
                    <a:pt x="728" y="1151"/>
                  </a:cubicBezTo>
                  <a:cubicBezTo>
                    <a:pt x="981" y="1151"/>
                    <a:pt x="1209" y="987"/>
                    <a:pt x="1287" y="729"/>
                  </a:cubicBezTo>
                  <a:cubicBezTo>
                    <a:pt x="1394" y="335"/>
                    <a:pt x="1086" y="1"/>
                    <a:pt x="726"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0"/>
            <p:cNvSpPr/>
            <p:nvPr/>
          </p:nvSpPr>
          <p:spPr>
            <a:xfrm>
              <a:off x="5982125" y="2153663"/>
              <a:ext cx="63400" cy="53450"/>
            </a:xfrm>
            <a:custGeom>
              <a:rect b="b" l="l" r="r" t="t"/>
              <a:pathLst>
                <a:path extrusionOk="0" h="2138" w="2536">
                  <a:moveTo>
                    <a:pt x="1197" y="0"/>
                  </a:moveTo>
                  <a:cubicBezTo>
                    <a:pt x="749" y="0"/>
                    <a:pt x="304" y="275"/>
                    <a:pt x="162" y="783"/>
                  </a:cubicBezTo>
                  <a:cubicBezTo>
                    <a:pt x="1" y="1346"/>
                    <a:pt x="336" y="1935"/>
                    <a:pt x="899" y="2096"/>
                  </a:cubicBezTo>
                  <a:cubicBezTo>
                    <a:pt x="999" y="2124"/>
                    <a:pt x="1098" y="2137"/>
                    <a:pt x="1193" y="2137"/>
                  </a:cubicBezTo>
                  <a:cubicBezTo>
                    <a:pt x="1966" y="2137"/>
                    <a:pt x="2536" y="1281"/>
                    <a:pt x="2118" y="542"/>
                  </a:cubicBezTo>
                  <a:cubicBezTo>
                    <a:pt x="1911" y="174"/>
                    <a:pt x="1553" y="0"/>
                    <a:pt x="1197" y="0"/>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0"/>
            <p:cNvSpPr/>
            <p:nvPr/>
          </p:nvSpPr>
          <p:spPr>
            <a:xfrm>
              <a:off x="5904400" y="2013763"/>
              <a:ext cx="121325" cy="31500"/>
            </a:xfrm>
            <a:custGeom>
              <a:rect b="b" l="l" r="r" t="t"/>
              <a:pathLst>
                <a:path extrusionOk="0" fill="none" h="1260" w="4853">
                  <a:moveTo>
                    <a:pt x="1" y="1260"/>
                  </a:moveTo>
                  <a:lnTo>
                    <a:pt x="4852" y="0"/>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0"/>
            <p:cNvSpPr/>
            <p:nvPr/>
          </p:nvSpPr>
          <p:spPr>
            <a:xfrm>
              <a:off x="6008675" y="1999538"/>
              <a:ext cx="34450" cy="28775"/>
            </a:xfrm>
            <a:custGeom>
              <a:rect b="b" l="l" r="r" t="t"/>
              <a:pathLst>
                <a:path extrusionOk="0" h="1151" w="1378">
                  <a:moveTo>
                    <a:pt x="650" y="1"/>
                  </a:moveTo>
                  <a:cubicBezTo>
                    <a:pt x="303" y="1"/>
                    <a:pt x="0" y="330"/>
                    <a:pt x="105" y="716"/>
                  </a:cubicBezTo>
                  <a:cubicBezTo>
                    <a:pt x="173" y="976"/>
                    <a:pt x="402" y="1150"/>
                    <a:pt x="658" y="1150"/>
                  </a:cubicBezTo>
                  <a:cubicBezTo>
                    <a:pt x="705" y="1150"/>
                    <a:pt x="753" y="1144"/>
                    <a:pt x="802" y="1132"/>
                  </a:cubicBezTo>
                  <a:cubicBezTo>
                    <a:pt x="1298" y="998"/>
                    <a:pt x="1378" y="341"/>
                    <a:pt x="949" y="87"/>
                  </a:cubicBezTo>
                  <a:cubicBezTo>
                    <a:pt x="851" y="27"/>
                    <a:pt x="749" y="1"/>
                    <a:pt x="650"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0"/>
            <p:cNvSpPr/>
            <p:nvPr/>
          </p:nvSpPr>
          <p:spPr>
            <a:xfrm>
              <a:off x="5854150" y="2023888"/>
              <a:ext cx="63450" cy="53250"/>
            </a:xfrm>
            <a:custGeom>
              <a:rect b="b" l="l" r="r" t="t"/>
              <a:pathLst>
                <a:path extrusionOk="0" h="2130" w="2538">
                  <a:moveTo>
                    <a:pt x="1203" y="0"/>
                  </a:moveTo>
                  <a:cubicBezTo>
                    <a:pt x="1113" y="0"/>
                    <a:pt x="1020" y="12"/>
                    <a:pt x="925" y="37"/>
                  </a:cubicBezTo>
                  <a:cubicBezTo>
                    <a:pt x="349" y="185"/>
                    <a:pt x="1" y="761"/>
                    <a:pt x="162" y="1337"/>
                  </a:cubicBezTo>
                  <a:cubicBezTo>
                    <a:pt x="290" y="1850"/>
                    <a:pt x="737" y="2130"/>
                    <a:pt x="1190" y="2130"/>
                  </a:cubicBezTo>
                  <a:cubicBezTo>
                    <a:pt x="1540" y="2130"/>
                    <a:pt x="1894" y="1962"/>
                    <a:pt x="2105" y="1605"/>
                  </a:cubicBezTo>
                  <a:cubicBezTo>
                    <a:pt x="2537" y="873"/>
                    <a:pt x="1979" y="0"/>
                    <a:pt x="1203" y="0"/>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0"/>
            <p:cNvSpPr/>
            <p:nvPr/>
          </p:nvSpPr>
          <p:spPr>
            <a:xfrm>
              <a:off x="6104425" y="1967513"/>
              <a:ext cx="99175" cy="25825"/>
            </a:xfrm>
            <a:custGeom>
              <a:rect b="b" l="l" r="r" t="t"/>
              <a:pathLst>
                <a:path extrusionOk="0" fill="none" h="1033" w="3967">
                  <a:moveTo>
                    <a:pt x="3967" y="1"/>
                  </a:moveTo>
                  <a:lnTo>
                    <a:pt x="0" y="1033"/>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0"/>
            <p:cNvSpPr/>
            <p:nvPr/>
          </p:nvSpPr>
          <p:spPr>
            <a:xfrm>
              <a:off x="6187175" y="1953338"/>
              <a:ext cx="34200" cy="28675"/>
            </a:xfrm>
            <a:custGeom>
              <a:rect b="b" l="l" r="r" t="t"/>
              <a:pathLst>
                <a:path extrusionOk="0" h="1147" w="1368">
                  <a:moveTo>
                    <a:pt x="637" y="1"/>
                  </a:moveTo>
                  <a:cubicBezTo>
                    <a:pt x="591" y="1"/>
                    <a:pt x="544" y="6"/>
                    <a:pt x="496" y="18"/>
                  </a:cubicBezTo>
                  <a:cubicBezTo>
                    <a:pt x="188" y="99"/>
                    <a:pt x="0" y="407"/>
                    <a:pt x="81" y="715"/>
                  </a:cubicBezTo>
                  <a:cubicBezTo>
                    <a:pt x="156" y="995"/>
                    <a:pt x="398" y="1146"/>
                    <a:pt x="640" y="1146"/>
                  </a:cubicBezTo>
                  <a:cubicBezTo>
                    <a:pt x="827" y="1146"/>
                    <a:pt x="1015" y="1055"/>
                    <a:pt x="1126" y="863"/>
                  </a:cubicBezTo>
                  <a:cubicBezTo>
                    <a:pt x="1367" y="464"/>
                    <a:pt x="1054" y="1"/>
                    <a:pt x="637"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0"/>
            <p:cNvSpPr/>
            <p:nvPr/>
          </p:nvSpPr>
          <p:spPr>
            <a:xfrm>
              <a:off x="6087000" y="1978788"/>
              <a:ext cx="34550" cy="28575"/>
            </a:xfrm>
            <a:custGeom>
              <a:rect b="b" l="l" r="r" t="t"/>
              <a:pathLst>
                <a:path extrusionOk="0" h="1143" w="1382">
                  <a:moveTo>
                    <a:pt x="735" y="0"/>
                  </a:moveTo>
                  <a:cubicBezTo>
                    <a:pt x="687" y="0"/>
                    <a:pt x="639" y="6"/>
                    <a:pt x="590" y="19"/>
                  </a:cubicBezTo>
                  <a:cubicBezTo>
                    <a:pt x="94" y="139"/>
                    <a:pt x="0" y="809"/>
                    <a:pt x="443" y="1064"/>
                  </a:cubicBezTo>
                  <a:cubicBezTo>
                    <a:pt x="537" y="1118"/>
                    <a:pt x="635" y="1143"/>
                    <a:pt x="730" y="1143"/>
                  </a:cubicBezTo>
                  <a:cubicBezTo>
                    <a:pt x="1079" y="1143"/>
                    <a:pt x="1382" y="811"/>
                    <a:pt x="1287" y="421"/>
                  </a:cubicBezTo>
                  <a:cubicBezTo>
                    <a:pt x="1219" y="172"/>
                    <a:pt x="990" y="0"/>
                    <a:pt x="735"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0"/>
            <p:cNvSpPr/>
            <p:nvPr/>
          </p:nvSpPr>
          <p:spPr>
            <a:xfrm>
              <a:off x="5947625" y="1890463"/>
              <a:ext cx="80775" cy="81775"/>
            </a:xfrm>
            <a:custGeom>
              <a:rect b="b" l="l" r="r" t="t"/>
              <a:pathLst>
                <a:path extrusionOk="0" fill="none" h="3271" w="3231">
                  <a:moveTo>
                    <a:pt x="1" y="0"/>
                  </a:moveTo>
                  <a:lnTo>
                    <a:pt x="3230" y="3270"/>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0"/>
            <p:cNvSpPr/>
            <p:nvPr/>
          </p:nvSpPr>
          <p:spPr>
            <a:xfrm>
              <a:off x="6011950" y="1957238"/>
              <a:ext cx="30175" cy="28625"/>
            </a:xfrm>
            <a:custGeom>
              <a:rect b="b" l="l" r="r" t="t"/>
              <a:pathLst>
                <a:path extrusionOk="0" h="1145" w="1207">
                  <a:moveTo>
                    <a:pt x="631" y="1"/>
                  </a:moveTo>
                  <a:cubicBezTo>
                    <a:pt x="490" y="1"/>
                    <a:pt x="346" y="53"/>
                    <a:pt x="228" y="170"/>
                  </a:cubicBezTo>
                  <a:cubicBezTo>
                    <a:pt x="1" y="398"/>
                    <a:pt x="1" y="760"/>
                    <a:pt x="228" y="975"/>
                  </a:cubicBezTo>
                  <a:cubicBezTo>
                    <a:pt x="346" y="1092"/>
                    <a:pt x="490" y="1144"/>
                    <a:pt x="631" y="1144"/>
                  </a:cubicBezTo>
                  <a:cubicBezTo>
                    <a:pt x="925" y="1144"/>
                    <a:pt x="1207" y="917"/>
                    <a:pt x="1207" y="572"/>
                  </a:cubicBezTo>
                  <a:cubicBezTo>
                    <a:pt x="1207" y="228"/>
                    <a:pt x="925" y="1"/>
                    <a:pt x="631"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0"/>
            <p:cNvSpPr/>
            <p:nvPr/>
          </p:nvSpPr>
          <p:spPr>
            <a:xfrm>
              <a:off x="5896700" y="1848163"/>
              <a:ext cx="71400" cy="53375"/>
            </a:xfrm>
            <a:custGeom>
              <a:rect b="b" l="l" r="r" t="t"/>
              <a:pathLst>
                <a:path extrusionOk="0" h="2135" w="2856">
                  <a:moveTo>
                    <a:pt x="1441" y="1"/>
                  </a:moveTo>
                  <a:cubicBezTo>
                    <a:pt x="1167" y="1"/>
                    <a:pt x="892" y="104"/>
                    <a:pt x="684" y="312"/>
                  </a:cubicBezTo>
                  <a:cubicBezTo>
                    <a:pt x="1" y="969"/>
                    <a:pt x="470" y="2121"/>
                    <a:pt x="1421" y="2135"/>
                  </a:cubicBezTo>
                  <a:cubicBezTo>
                    <a:pt x="2373" y="2135"/>
                    <a:pt x="2855" y="996"/>
                    <a:pt x="2198" y="312"/>
                  </a:cubicBezTo>
                  <a:cubicBezTo>
                    <a:pt x="1991" y="104"/>
                    <a:pt x="1716" y="1"/>
                    <a:pt x="1441"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50"/>
            <p:cNvSpPr/>
            <p:nvPr/>
          </p:nvSpPr>
          <p:spPr>
            <a:xfrm>
              <a:off x="6174450" y="2009388"/>
              <a:ext cx="31175" cy="113275"/>
            </a:xfrm>
            <a:custGeom>
              <a:rect b="b" l="l" r="r" t="t"/>
              <a:pathLst>
                <a:path extrusionOk="0" fill="none" h="4531" w="1247">
                  <a:moveTo>
                    <a:pt x="0" y="4530"/>
                  </a:moveTo>
                  <a:lnTo>
                    <a:pt x="1246" y="1"/>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50"/>
            <p:cNvSpPr/>
            <p:nvPr/>
          </p:nvSpPr>
          <p:spPr>
            <a:xfrm>
              <a:off x="6156375" y="2107688"/>
              <a:ext cx="34175" cy="28600"/>
            </a:xfrm>
            <a:custGeom>
              <a:rect b="b" l="l" r="r" t="t"/>
              <a:pathLst>
                <a:path extrusionOk="0" h="1144" w="1367">
                  <a:moveTo>
                    <a:pt x="726" y="1"/>
                  </a:moveTo>
                  <a:cubicBezTo>
                    <a:pt x="306" y="1"/>
                    <a:pt x="0" y="459"/>
                    <a:pt x="227" y="853"/>
                  </a:cubicBezTo>
                  <a:cubicBezTo>
                    <a:pt x="341" y="1050"/>
                    <a:pt x="534" y="1143"/>
                    <a:pt x="726" y="1143"/>
                  </a:cubicBezTo>
                  <a:cubicBezTo>
                    <a:pt x="964" y="1143"/>
                    <a:pt x="1198" y="1000"/>
                    <a:pt x="1273" y="732"/>
                  </a:cubicBezTo>
                  <a:cubicBezTo>
                    <a:pt x="1366" y="424"/>
                    <a:pt x="1179" y="102"/>
                    <a:pt x="884" y="22"/>
                  </a:cubicBezTo>
                  <a:cubicBezTo>
                    <a:pt x="830" y="8"/>
                    <a:pt x="777" y="1"/>
                    <a:pt x="726"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0"/>
            <p:cNvSpPr/>
            <p:nvPr/>
          </p:nvSpPr>
          <p:spPr>
            <a:xfrm>
              <a:off x="6187500" y="1995538"/>
              <a:ext cx="34850" cy="28775"/>
            </a:xfrm>
            <a:custGeom>
              <a:rect b="b" l="l" r="r" t="t"/>
              <a:pathLst>
                <a:path extrusionOk="0" h="1151" w="1394">
                  <a:moveTo>
                    <a:pt x="721" y="0"/>
                  </a:moveTo>
                  <a:cubicBezTo>
                    <a:pt x="629" y="0"/>
                    <a:pt x="534" y="23"/>
                    <a:pt x="443" y="72"/>
                  </a:cubicBezTo>
                  <a:cubicBezTo>
                    <a:pt x="1" y="327"/>
                    <a:pt x="81" y="997"/>
                    <a:pt x="577" y="1131"/>
                  </a:cubicBezTo>
                  <a:cubicBezTo>
                    <a:pt x="628" y="1144"/>
                    <a:pt x="678" y="1151"/>
                    <a:pt x="728" y="1151"/>
                  </a:cubicBezTo>
                  <a:cubicBezTo>
                    <a:pt x="981" y="1151"/>
                    <a:pt x="1209" y="987"/>
                    <a:pt x="1287" y="729"/>
                  </a:cubicBezTo>
                  <a:cubicBezTo>
                    <a:pt x="1394" y="335"/>
                    <a:pt x="1077" y="0"/>
                    <a:pt x="721"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0"/>
            <p:cNvSpPr/>
            <p:nvPr/>
          </p:nvSpPr>
          <p:spPr>
            <a:xfrm>
              <a:off x="6139600" y="2114263"/>
              <a:ext cx="63400" cy="53300"/>
            </a:xfrm>
            <a:custGeom>
              <a:rect b="b" l="l" r="r" t="t"/>
              <a:pathLst>
                <a:path extrusionOk="0" h="2132" w="2536">
                  <a:moveTo>
                    <a:pt x="1193" y="1"/>
                  </a:moveTo>
                  <a:cubicBezTo>
                    <a:pt x="746" y="1"/>
                    <a:pt x="303" y="271"/>
                    <a:pt x="161" y="778"/>
                  </a:cubicBezTo>
                  <a:cubicBezTo>
                    <a:pt x="0" y="1354"/>
                    <a:pt x="335" y="1943"/>
                    <a:pt x="898" y="2091"/>
                  </a:cubicBezTo>
                  <a:cubicBezTo>
                    <a:pt x="1000" y="2119"/>
                    <a:pt x="1100" y="2132"/>
                    <a:pt x="1196" y="2132"/>
                  </a:cubicBezTo>
                  <a:cubicBezTo>
                    <a:pt x="1976" y="2132"/>
                    <a:pt x="2535" y="1276"/>
                    <a:pt x="2118" y="536"/>
                  </a:cubicBezTo>
                  <a:cubicBezTo>
                    <a:pt x="1909" y="173"/>
                    <a:pt x="1550" y="1"/>
                    <a:pt x="1193"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50"/>
            <p:cNvSpPr/>
            <p:nvPr/>
          </p:nvSpPr>
          <p:spPr>
            <a:xfrm>
              <a:off x="6262225" y="1927988"/>
              <a:ext cx="99175" cy="25825"/>
            </a:xfrm>
            <a:custGeom>
              <a:rect b="b" l="l" r="r" t="t"/>
              <a:pathLst>
                <a:path extrusionOk="0" fill="none" h="1033" w="3967">
                  <a:moveTo>
                    <a:pt x="3967" y="0"/>
                  </a:moveTo>
                  <a:lnTo>
                    <a:pt x="0" y="1032"/>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0"/>
            <p:cNvSpPr/>
            <p:nvPr/>
          </p:nvSpPr>
          <p:spPr>
            <a:xfrm>
              <a:off x="6344625" y="1913813"/>
              <a:ext cx="34200" cy="28675"/>
            </a:xfrm>
            <a:custGeom>
              <a:rect b="b" l="l" r="r" t="t"/>
              <a:pathLst>
                <a:path extrusionOk="0" h="1147" w="1368">
                  <a:moveTo>
                    <a:pt x="641" y="0"/>
                  </a:moveTo>
                  <a:cubicBezTo>
                    <a:pt x="594" y="0"/>
                    <a:pt x="546" y="6"/>
                    <a:pt x="497" y="18"/>
                  </a:cubicBezTo>
                  <a:cubicBezTo>
                    <a:pt x="188" y="98"/>
                    <a:pt x="1" y="420"/>
                    <a:pt x="81" y="715"/>
                  </a:cubicBezTo>
                  <a:cubicBezTo>
                    <a:pt x="157" y="994"/>
                    <a:pt x="398" y="1146"/>
                    <a:pt x="640" y="1146"/>
                  </a:cubicBezTo>
                  <a:cubicBezTo>
                    <a:pt x="828" y="1146"/>
                    <a:pt x="1015" y="1055"/>
                    <a:pt x="1126" y="862"/>
                  </a:cubicBezTo>
                  <a:cubicBezTo>
                    <a:pt x="1368" y="464"/>
                    <a:pt x="1066" y="0"/>
                    <a:pt x="641"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0"/>
            <p:cNvSpPr/>
            <p:nvPr/>
          </p:nvSpPr>
          <p:spPr>
            <a:xfrm>
              <a:off x="6244450" y="1939238"/>
              <a:ext cx="34825" cy="28725"/>
            </a:xfrm>
            <a:custGeom>
              <a:rect b="b" l="l" r="r" t="t"/>
              <a:pathLst>
                <a:path extrusionOk="0" h="1149" w="1393">
                  <a:moveTo>
                    <a:pt x="735" y="1"/>
                  </a:moveTo>
                  <a:cubicBezTo>
                    <a:pt x="687" y="1"/>
                    <a:pt x="639" y="7"/>
                    <a:pt x="591" y="19"/>
                  </a:cubicBezTo>
                  <a:cubicBezTo>
                    <a:pt x="95" y="153"/>
                    <a:pt x="1" y="810"/>
                    <a:pt x="443" y="1065"/>
                  </a:cubicBezTo>
                  <a:cubicBezTo>
                    <a:pt x="539" y="1123"/>
                    <a:pt x="640" y="1149"/>
                    <a:pt x="737" y="1149"/>
                  </a:cubicBezTo>
                  <a:cubicBezTo>
                    <a:pt x="1087" y="1149"/>
                    <a:pt x="1392" y="812"/>
                    <a:pt x="1287" y="435"/>
                  </a:cubicBezTo>
                  <a:cubicBezTo>
                    <a:pt x="1220" y="175"/>
                    <a:pt x="990" y="1"/>
                    <a:pt x="735"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50"/>
            <p:cNvSpPr/>
            <p:nvPr/>
          </p:nvSpPr>
          <p:spPr>
            <a:xfrm>
              <a:off x="6105425" y="1850938"/>
              <a:ext cx="80425" cy="81750"/>
            </a:xfrm>
            <a:custGeom>
              <a:rect b="b" l="l" r="r" t="t"/>
              <a:pathLst>
                <a:path extrusionOk="0" fill="none" h="3270" w="3217">
                  <a:moveTo>
                    <a:pt x="0" y="0"/>
                  </a:moveTo>
                  <a:lnTo>
                    <a:pt x="3217" y="3270"/>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0"/>
            <p:cNvSpPr/>
            <p:nvPr/>
          </p:nvSpPr>
          <p:spPr>
            <a:xfrm>
              <a:off x="6086675" y="1837188"/>
              <a:ext cx="38200" cy="28500"/>
            </a:xfrm>
            <a:custGeom>
              <a:rect b="b" l="l" r="r" t="t"/>
              <a:pathLst>
                <a:path extrusionOk="0" h="1140" w="1528">
                  <a:moveTo>
                    <a:pt x="764" y="1"/>
                  </a:moveTo>
                  <a:cubicBezTo>
                    <a:pt x="255" y="1"/>
                    <a:pt x="0" y="617"/>
                    <a:pt x="362" y="979"/>
                  </a:cubicBezTo>
                  <a:cubicBezTo>
                    <a:pt x="476" y="1086"/>
                    <a:pt x="623" y="1140"/>
                    <a:pt x="771" y="1140"/>
                  </a:cubicBezTo>
                  <a:cubicBezTo>
                    <a:pt x="918" y="1140"/>
                    <a:pt x="1065" y="1086"/>
                    <a:pt x="1179" y="979"/>
                  </a:cubicBezTo>
                  <a:cubicBezTo>
                    <a:pt x="1528" y="617"/>
                    <a:pt x="1273" y="1"/>
                    <a:pt x="764"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50"/>
            <p:cNvSpPr/>
            <p:nvPr/>
          </p:nvSpPr>
          <p:spPr>
            <a:xfrm>
              <a:off x="6169425" y="1917713"/>
              <a:ext cx="30175" cy="28625"/>
            </a:xfrm>
            <a:custGeom>
              <a:rect b="b" l="l" r="r" t="t"/>
              <a:pathLst>
                <a:path extrusionOk="0" h="1145" w="1207">
                  <a:moveTo>
                    <a:pt x="631" y="0"/>
                  </a:moveTo>
                  <a:cubicBezTo>
                    <a:pt x="489" y="0"/>
                    <a:pt x="345" y="53"/>
                    <a:pt x="228" y="170"/>
                  </a:cubicBezTo>
                  <a:cubicBezTo>
                    <a:pt x="0" y="398"/>
                    <a:pt x="0" y="760"/>
                    <a:pt x="228" y="974"/>
                  </a:cubicBezTo>
                  <a:cubicBezTo>
                    <a:pt x="345" y="1092"/>
                    <a:pt x="489" y="1144"/>
                    <a:pt x="631" y="1144"/>
                  </a:cubicBezTo>
                  <a:cubicBezTo>
                    <a:pt x="925" y="1144"/>
                    <a:pt x="1206" y="916"/>
                    <a:pt x="1206" y="572"/>
                  </a:cubicBezTo>
                  <a:cubicBezTo>
                    <a:pt x="1206" y="228"/>
                    <a:pt x="925" y="0"/>
                    <a:pt x="631"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0"/>
            <p:cNvSpPr/>
            <p:nvPr/>
          </p:nvSpPr>
          <p:spPr>
            <a:xfrm>
              <a:off x="6054500" y="1808663"/>
              <a:ext cx="71300" cy="53350"/>
            </a:xfrm>
            <a:custGeom>
              <a:rect b="b" l="l" r="r" t="t"/>
              <a:pathLst>
                <a:path extrusionOk="0" h="2134" w="2852">
                  <a:moveTo>
                    <a:pt x="1426" y="1"/>
                  </a:moveTo>
                  <a:cubicBezTo>
                    <a:pt x="1155" y="1"/>
                    <a:pt x="883" y="105"/>
                    <a:pt x="671" y="311"/>
                  </a:cubicBezTo>
                  <a:cubicBezTo>
                    <a:pt x="1" y="968"/>
                    <a:pt x="456" y="2120"/>
                    <a:pt x="1408" y="2133"/>
                  </a:cubicBezTo>
                  <a:cubicBezTo>
                    <a:pt x="1413" y="2133"/>
                    <a:pt x="1419" y="2134"/>
                    <a:pt x="1424" y="2134"/>
                  </a:cubicBezTo>
                  <a:cubicBezTo>
                    <a:pt x="2365" y="2134"/>
                    <a:pt x="2851" y="990"/>
                    <a:pt x="2185" y="324"/>
                  </a:cubicBezTo>
                  <a:cubicBezTo>
                    <a:pt x="1976" y="108"/>
                    <a:pt x="1702" y="1"/>
                    <a:pt x="1426"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0"/>
            <p:cNvSpPr/>
            <p:nvPr/>
          </p:nvSpPr>
          <p:spPr>
            <a:xfrm>
              <a:off x="6407275" y="1780238"/>
              <a:ext cx="25500" cy="92825"/>
            </a:xfrm>
            <a:custGeom>
              <a:rect b="b" l="l" r="r" t="t"/>
              <a:pathLst>
                <a:path extrusionOk="0" fill="none" h="3713" w="1020">
                  <a:moveTo>
                    <a:pt x="1" y="3713"/>
                  </a:moveTo>
                  <a:lnTo>
                    <a:pt x="1019" y="1"/>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0"/>
            <p:cNvSpPr/>
            <p:nvPr/>
          </p:nvSpPr>
          <p:spPr>
            <a:xfrm>
              <a:off x="6389200" y="1857763"/>
              <a:ext cx="34175" cy="28600"/>
            </a:xfrm>
            <a:custGeom>
              <a:rect b="b" l="l" r="r" t="t"/>
              <a:pathLst>
                <a:path extrusionOk="0" h="1144" w="1367">
                  <a:moveTo>
                    <a:pt x="726" y="1"/>
                  </a:moveTo>
                  <a:cubicBezTo>
                    <a:pt x="306" y="1"/>
                    <a:pt x="1" y="459"/>
                    <a:pt x="228" y="853"/>
                  </a:cubicBezTo>
                  <a:cubicBezTo>
                    <a:pt x="341" y="1050"/>
                    <a:pt x="535" y="1143"/>
                    <a:pt x="726" y="1143"/>
                  </a:cubicBezTo>
                  <a:cubicBezTo>
                    <a:pt x="964" y="1143"/>
                    <a:pt x="1199" y="999"/>
                    <a:pt x="1273" y="732"/>
                  </a:cubicBezTo>
                  <a:cubicBezTo>
                    <a:pt x="1367" y="424"/>
                    <a:pt x="1179" y="102"/>
                    <a:pt x="885" y="22"/>
                  </a:cubicBezTo>
                  <a:cubicBezTo>
                    <a:pt x="831" y="7"/>
                    <a:pt x="778" y="1"/>
                    <a:pt x="726"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0"/>
            <p:cNvSpPr/>
            <p:nvPr/>
          </p:nvSpPr>
          <p:spPr>
            <a:xfrm>
              <a:off x="6414325" y="1766588"/>
              <a:ext cx="34825" cy="28700"/>
            </a:xfrm>
            <a:custGeom>
              <a:rect b="b" l="l" r="r" t="t"/>
              <a:pathLst>
                <a:path extrusionOk="0" h="1148" w="1393">
                  <a:moveTo>
                    <a:pt x="737" y="0"/>
                  </a:moveTo>
                  <a:cubicBezTo>
                    <a:pt x="644" y="0"/>
                    <a:pt x="548" y="24"/>
                    <a:pt x="456" y="78"/>
                  </a:cubicBezTo>
                  <a:cubicBezTo>
                    <a:pt x="0" y="332"/>
                    <a:pt x="81" y="989"/>
                    <a:pt x="576" y="1123"/>
                  </a:cubicBezTo>
                  <a:cubicBezTo>
                    <a:pt x="631" y="1139"/>
                    <a:pt x="685" y="1147"/>
                    <a:pt x="738" y="1147"/>
                  </a:cubicBezTo>
                  <a:cubicBezTo>
                    <a:pt x="987" y="1147"/>
                    <a:pt x="1209" y="977"/>
                    <a:pt x="1287" y="734"/>
                  </a:cubicBezTo>
                  <a:cubicBezTo>
                    <a:pt x="1393" y="342"/>
                    <a:pt x="1088" y="0"/>
                    <a:pt x="737"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0"/>
            <p:cNvSpPr/>
            <p:nvPr/>
          </p:nvSpPr>
          <p:spPr>
            <a:xfrm>
              <a:off x="6489350" y="1696813"/>
              <a:ext cx="112600" cy="28175"/>
            </a:xfrm>
            <a:custGeom>
              <a:rect b="b" l="l" r="r" t="t"/>
              <a:pathLst>
                <a:path extrusionOk="0" fill="none" h="1127" w="4504">
                  <a:moveTo>
                    <a:pt x="4504" y="1"/>
                  </a:moveTo>
                  <a:lnTo>
                    <a:pt x="1" y="1126"/>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50"/>
            <p:cNvSpPr/>
            <p:nvPr/>
          </p:nvSpPr>
          <p:spPr>
            <a:xfrm>
              <a:off x="6585500" y="1682888"/>
              <a:ext cx="34175" cy="28625"/>
            </a:xfrm>
            <a:custGeom>
              <a:rect b="b" l="l" r="r" t="t"/>
              <a:pathLst>
                <a:path extrusionOk="0" h="1145" w="1367">
                  <a:moveTo>
                    <a:pt x="651" y="1"/>
                  </a:moveTo>
                  <a:cubicBezTo>
                    <a:pt x="601" y="1"/>
                    <a:pt x="550" y="7"/>
                    <a:pt x="497" y="22"/>
                  </a:cubicBezTo>
                  <a:cubicBezTo>
                    <a:pt x="189" y="89"/>
                    <a:pt x="1" y="397"/>
                    <a:pt x="81" y="705"/>
                  </a:cubicBezTo>
                  <a:cubicBezTo>
                    <a:pt x="150" y="988"/>
                    <a:pt x="394" y="1144"/>
                    <a:pt x="640" y="1144"/>
                  </a:cubicBezTo>
                  <a:cubicBezTo>
                    <a:pt x="825" y="1144"/>
                    <a:pt x="1012" y="1056"/>
                    <a:pt x="1127" y="866"/>
                  </a:cubicBezTo>
                  <a:cubicBezTo>
                    <a:pt x="1366" y="471"/>
                    <a:pt x="1071" y="1"/>
                    <a:pt x="651"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50"/>
            <p:cNvSpPr/>
            <p:nvPr/>
          </p:nvSpPr>
          <p:spPr>
            <a:xfrm>
              <a:off x="6471600" y="1710413"/>
              <a:ext cx="34550" cy="28775"/>
            </a:xfrm>
            <a:custGeom>
              <a:rect b="b" l="l" r="r" t="t"/>
              <a:pathLst>
                <a:path extrusionOk="0" h="1151" w="1382">
                  <a:moveTo>
                    <a:pt x="734" y="1"/>
                  </a:moveTo>
                  <a:cubicBezTo>
                    <a:pt x="687" y="1"/>
                    <a:pt x="639" y="7"/>
                    <a:pt x="590" y="20"/>
                  </a:cubicBezTo>
                  <a:cubicBezTo>
                    <a:pt x="94" y="140"/>
                    <a:pt x="1" y="797"/>
                    <a:pt x="443" y="1065"/>
                  </a:cubicBezTo>
                  <a:cubicBezTo>
                    <a:pt x="538" y="1124"/>
                    <a:pt x="638" y="1151"/>
                    <a:pt x="735" y="1151"/>
                  </a:cubicBezTo>
                  <a:cubicBezTo>
                    <a:pt x="1077" y="1151"/>
                    <a:pt x="1381" y="821"/>
                    <a:pt x="1287" y="435"/>
                  </a:cubicBezTo>
                  <a:cubicBezTo>
                    <a:pt x="1219" y="175"/>
                    <a:pt x="990" y="1"/>
                    <a:pt x="734"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0"/>
            <p:cNvSpPr/>
            <p:nvPr/>
          </p:nvSpPr>
          <p:spPr>
            <a:xfrm>
              <a:off x="6587775" y="1663813"/>
              <a:ext cx="63100" cy="53375"/>
            </a:xfrm>
            <a:custGeom>
              <a:rect b="b" l="l" r="r" t="t"/>
              <a:pathLst>
                <a:path extrusionOk="0" h="2135" w="2524">
                  <a:moveTo>
                    <a:pt x="1349" y="1"/>
                  </a:moveTo>
                  <a:cubicBezTo>
                    <a:pt x="998" y="1"/>
                    <a:pt x="644" y="171"/>
                    <a:pt x="433" y="530"/>
                  </a:cubicBezTo>
                  <a:cubicBezTo>
                    <a:pt x="0" y="1263"/>
                    <a:pt x="547" y="2135"/>
                    <a:pt x="1331" y="2135"/>
                  </a:cubicBezTo>
                  <a:cubicBezTo>
                    <a:pt x="1422" y="2135"/>
                    <a:pt x="1516" y="2123"/>
                    <a:pt x="1612" y="2098"/>
                  </a:cubicBezTo>
                  <a:cubicBezTo>
                    <a:pt x="2188" y="1951"/>
                    <a:pt x="2523" y="1374"/>
                    <a:pt x="2376" y="798"/>
                  </a:cubicBezTo>
                  <a:cubicBezTo>
                    <a:pt x="2240" y="279"/>
                    <a:pt x="1797" y="1"/>
                    <a:pt x="1349"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50"/>
            <p:cNvSpPr/>
            <p:nvPr/>
          </p:nvSpPr>
          <p:spPr>
            <a:xfrm>
              <a:off x="6457200" y="1578213"/>
              <a:ext cx="31525" cy="113950"/>
            </a:xfrm>
            <a:custGeom>
              <a:rect b="b" l="l" r="r" t="t"/>
              <a:pathLst>
                <a:path extrusionOk="0" fill="none" h="4558" w="1261">
                  <a:moveTo>
                    <a:pt x="1260" y="1"/>
                  </a:moveTo>
                  <a:lnTo>
                    <a:pt x="0" y="4557"/>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50"/>
            <p:cNvSpPr/>
            <p:nvPr/>
          </p:nvSpPr>
          <p:spPr>
            <a:xfrm>
              <a:off x="6472600" y="1564613"/>
              <a:ext cx="33875" cy="28575"/>
            </a:xfrm>
            <a:custGeom>
              <a:rect b="b" l="l" r="r" t="t"/>
              <a:pathLst>
                <a:path extrusionOk="0" h="1143" w="1355">
                  <a:moveTo>
                    <a:pt x="639" y="1"/>
                  </a:moveTo>
                  <a:cubicBezTo>
                    <a:pt x="397" y="1"/>
                    <a:pt x="156" y="148"/>
                    <a:pt x="81" y="424"/>
                  </a:cubicBezTo>
                  <a:cubicBezTo>
                    <a:pt x="1" y="719"/>
                    <a:pt x="175" y="1041"/>
                    <a:pt x="483" y="1121"/>
                  </a:cubicBezTo>
                  <a:cubicBezTo>
                    <a:pt x="537" y="1136"/>
                    <a:pt x="590" y="1142"/>
                    <a:pt x="641" y="1142"/>
                  </a:cubicBezTo>
                  <a:cubicBezTo>
                    <a:pt x="1059" y="1142"/>
                    <a:pt x="1355" y="684"/>
                    <a:pt x="1140" y="290"/>
                  </a:cubicBezTo>
                  <a:cubicBezTo>
                    <a:pt x="1027" y="94"/>
                    <a:pt x="833" y="1"/>
                    <a:pt x="639"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0"/>
            <p:cNvSpPr/>
            <p:nvPr/>
          </p:nvSpPr>
          <p:spPr>
            <a:xfrm>
              <a:off x="6440800" y="1677238"/>
              <a:ext cx="34850" cy="28775"/>
            </a:xfrm>
            <a:custGeom>
              <a:rect b="b" l="l" r="r" t="t"/>
              <a:pathLst>
                <a:path extrusionOk="0" h="1151" w="1394">
                  <a:moveTo>
                    <a:pt x="666" y="0"/>
                  </a:moveTo>
                  <a:cubicBezTo>
                    <a:pt x="414" y="0"/>
                    <a:pt x="185" y="164"/>
                    <a:pt x="107" y="422"/>
                  </a:cubicBezTo>
                  <a:cubicBezTo>
                    <a:pt x="1" y="816"/>
                    <a:pt x="309" y="1151"/>
                    <a:pt x="661" y="1151"/>
                  </a:cubicBezTo>
                  <a:cubicBezTo>
                    <a:pt x="753" y="1151"/>
                    <a:pt x="847" y="1128"/>
                    <a:pt x="938" y="1079"/>
                  </a:cubicBezTo>
                  <a:cubicBezTo>
                    <a:pt x="1393" y="824"/>
                    <a:pt x="1300" y="154"/>
                    <a:pt x="817" y="20"/>
                  </a:cubicBezTo>
                  <a:cubicBezTo>
                    <a:pt x="767" y="7"/>
                    <a:pt x="716" y="0"/>
                    <a:pt x="666"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50"/>
            <p:cNvSpPr/>
            <p:nvPr/>
          </p:nvSpPr>
          <p:spPr>
            <a:xfrm>
              <a:off x="6459825" y="1533988"/>
              <a:ext cx="63400" cy="53425"/>
            </a:xfrm>
            <a:custGeom>
              <a:rect b="b" l="l" r="r" t="t"/>
              <a:pathLst>
                <a:path extrusionOk="0" h="2137" w="2536">
                  <a:moveTo>
                    <a:pt x="1340" y="0"/>
                  </a:moveTo>
                  <a:cubicBezTo>
                    <a:pt x="560" y="0"/>
                    <a:pt x="1" y="856"/>
                    <a:pt x="418" y="1596"/>
                  </a:cubicBezTo>
                  <a:cubicBezTo>
                    <a:pt x="626" y="1963"/>
                    <a:pt x="983" y="2137"/>
                    <a:pt x="1339" y="2137"/>
                  </a:cubicBezTo>
                  <a:cubicBezTo>
                    <a:pt x="1787" y="2137"/>
                    <a:pt x="2233" y="1862"/>
                    <a:pt x="2375" y="1354"/>
                  </a:cubicBezTo>
                  <a:cubicBezTo>
                    <a:pt x="2535" y="778"/>
                    <a:pt x="2200" y="189"/>
                    <a:pt x="1638" y="41"/>
                  </a:cubicBezTo>
                  <a:cubicBezTo>
                    <a:pt x="1536" y="13"/>
                    <a:pt x="1436" y="0"/>
                    <a:pt x="1340" y="0"/>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50"/>
            <p:cNvSpPr/>
            <p:nvPr/>
          </p:nvSpPr>
          <p:spPr>
            <a:xfrm>
              <a:off x="6352675" y="1642538"/>
              <a:ext cx="60325" cy="61350"/>
            </a:xfrm>
            <a:custGeom>
              <a:rect b="b" l="l" r="r" t="t"/>
              <a:pathLst>
                <a:path extrusionOk="0" fill="none" h="2454" w="2413">
                  <a:moveTo>
                    <a:pt x="0" y="1"/>
                  </a:moveTo>
                  <a:lnTo>
                    <a:pt x="2413" y="2453"/>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50"/>
            <p:cNvSpPr/>
            <p:nvPr/>
          </p:nvSpPr>
          <p:spPr>
            <a:xfrm>
              <a:off x="6333900" y="1628463"/>
              <a:ext cx="38225" cy="28775"/>
            </a:xfrm>
            <a:custGeom>
              <a:rect b="b" l="l" r="r" t="t"/>
              <a:pathLst>
                <a:path extrusionOk="0" h="1151" w="1529">
                  <a:moveTo>
                    <a:pt x="765" y="1"/>
                  </a:moveTo>
                  <a:cubicBezTo>
                    <a:pt x="256" y="1"/>
                    <a:pt x="1" y="617"/>
                    <a:pt x="363" y="979"/>
                  </a:cubicBezTo>
                  <a:cubicBezTo>
                    <a:pt x="477" y="1093"/>
                    <a:pt x="624" y="1150"/>
                    <a:pt x="770" y="1150"/>
                  </a:cubicBezTo>
                  <a:cubicBezTo>
                    <a:pt x="916" y="1150"/>
                    <a:pt x="1060" y="1093"/>
                    <a:pt x="1167" y="979"/>
                  </a:cubicBezTo>
                  <a:cubicBezTo>
                    <a:pt x="1529" y="617"/>
                    <a:pt x="1274" y="1"/>
                    <a:pt x="765"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50"/>
            <p:cNvSpPr/>
            <p:nvPr/>
          </p:nvSpPr>
          <p:spPr>
            <a:xfrm>
              <a:off x="6396550" y="1688888"/>
              <a:ext cx="30175" cy="28625"/>
            </a:xfrm>
            <a:custGeom>
              <a:rect b="b" l="l" r="r" t="t"/>
              <a:pathLst>
                <a:path extrusionOk="0" h="1145" w="1207">
                  <a:moveTo>
                    <a:pt x="631" y="0"/>
                  </a:moveTo>
                  <a:cubicBezTo>
                    <a:pt x="490" y="0"/>
                    <a:pt x="346" y="53"/>
                    <a:pt x="229" y="170"/>
                  </a:cubicBezTo>
                  <a:cubicBezTo>
                    <a:pt x="1" y="385"/>
                    <a:pt x="1" y="747"/>
                    <a:pt x="229" y="974"/>
                  </a:cubicBezTo>
                  <a:cubicBezTo>
                    <a:pt x="346" y="1092"/>
                    <a:pt x="490" y="1144"/>
                    <a:pt x="631" y="1144"/>
                  </a:cubicBezTo>
                  <a:cubicBezTo>
                    <a:pt x="926" y="1144"/>
                    <a:pt x="1207" y="916"/>
                    <a:pt x="1207" y="572"/>
                  </a:cubicBezTo>
                  <a:cubicBezTo>
                    <a:pt x="1207" y="228"/>
                    <a:pt x="926" y="0"/>
                    <a:pt x="631"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50"/>
            <p:cNvSpPr/>
            <p:nvPr/>
          </p:nvSpPr>
          <p:spPr>
            <a:xfrm>
              <a:off x="6206275" y="1638188"/>
              <a:ext cx="84100" cy="82775"/>
            </a:xfrm>
            <a:custGeom>
              <a:rect b="b" l="l" r="r" t="t"/>
              <a:pathLst>
                <a:path extrusionOk="0" fill="none" h="3311" w="3364">
                  <a:moveTo>
                    <a:pt x="0" y="3311"/>
                  </a:moveTo>
                  <a:lnTo>
                    <a:pt x="3364" y="1"/>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50"/>
            <p:cNvSpPr/>
            <p:nvPr/>
          </p:nvSpPr>
          <p:spPr>
            <a:xfrm>
              <a:off x="6192525" y="1705963"/>
              <a:ext cx="29850" cy="28875"/>
            </a:xfrm>
            <a:custGeom>
              <a:rect b="b" l="l" r="r" t="t"/>
              <a:pathLst>
                <a:path extrusionOk="0" h="1155" w="1194">
                  <a:moveTo>
                    <a:pt x="576" y="1"/>
                  </a:moveTo>
                  <a:cubicBezTo>
                    <a:pt x="282" y="1"/>
                    <a:pt x="1" y="229"/>
                    <a:pt x="1" y="573"/>
                  </a:cubicBezTo>
                  <a:cubicBezTo>
                    <a:pt x="1" y="920"/>
                    <a:pt x="287" y="1155"/>
                    <a:pt x="584" y="1155"/>
                  </a:cubicBezTo>
                  <a:cubicBezTo>
                    <a:pt x="723" y="1155"/>
                    <a:pt x="864" y="1103"/>
                    <a:pt x="979" y="988"/>
                  </a:cubicBezTo>
                  <a:cubicBezTo>
                    <a:pt x="1193" y="760"/>
                    <a:pt x="1193" y="399"/>
                    <a:pt x="979" y="171"/>
                  </a:cubicBezTo>
                  <a:cubicBezTo>
                    <a:pt x="862" y="53"/>
                    <a:pt x="717" y="1"/>
                    <a:pt x="576"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50"/>
            <p:cNvSpPr/>
            <p:nvPr/>
          </p:nvSpPr>
          <p:spPr>
            <a:xfrm>
              <a:off x="6270600" y="1624463"/>
              <a:ext cx="38200" cy="28500"/>
            </a:xfrm>
            <a:custGeom>
              <a:rect b="b" l="l" r="r" t="t"/>
              <a:pathLst>
                <a:path extrusionOk="0" h="1140" w="1528">
                  <a:moveTo>
                    <a:pt x="764" y="0"/>
                  </a:moveTo>
                  <a:cubicBezTo>
                    <a:pt x="255" y="0"/>
                    <a:pt x="0" y="617"/>
                    <a:pt x="362" y="978"/>
                  </a:cubicBezTo>
                  <a:cubicBezTo>
                    <a:pt x="476" y="1086"/>
                    <a:pt x="623" y="1139"/>
                    <a:pt x="769" y="1139"/>
                  </a:cubicBezTo>
                  <a:cubicBezTo>
                    <a:pt x="915" y="1139"/>
                    <a:pt x="1059" y="1086"/>
                    <a:pt x="1166" y="978"/>
                  </a:cubicBezTo>
                  <a:cubicBezTo>
                    <a:pt x="1528" y="617"/>
                    <a:pt x="1273" y="0"/>
                    <a:pt x="764"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0"/>
            <p:cNvSpPr/>
            <p:nvPr/>
          </p:nvSpPr>
          <p:spPr>
            <a:xfrm>
              <a:off x="6163725" y="1707113"/>
              <a:ext cx="56200" cy="53550"/>
            </a:xfrm>
            <a:custGeom>
              <a:rect b="b" l="l" r="r" t="t"/>
              <a:pathLst>
                <a:path extrusionOk="0" h="2142" w="2248">
                  <a:moveTo>
                    <a:pt x="1170" y="1"/>
                  </a:moveTo>
                  <a:cubicBezTo>
                    <a:pt x="909" y="1"/>
                    <a:pt x="644" y="97"/>
                    <a:pt x="429" y="312"/>
                  </a:cubicBezTo>
                  <a:cubicBezTo>
                    <a:pt x="0" y="728"/>
                    <a:pt x="0" y="1398"/>
                    <a:pt x="416" y="1827"/>
                  </a:cubicBezTo>
                  <a:cubicBezTo>
                    <a:pt x="629" y="2044"/>
                    <a:pt x="894" y="2142"/>
                    <a:pt x="1156" y="2142"/>
                  </a:cubicBezTo>
                  <a:cubicBezTo>
                    <a:pt x="1700" y="2142"/>
                    <a:pt x="2229" y="1719"/>
                    <a:pt x="2238" y="1076"/>
                  </a:cubicBezTo>
                  <a:cubicBezTo>
                    <a:pt x="2247" y="430"/>
                    <a:pt x="1719" y="1"/>
                    <a:pt x="1170"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0"/>
            <p:cNvSpPr/>
            <p:nvPr/>
          </p:nvSpPr>
          <p:spPr>
            <a:xfrm>
              <a:off x="6189175" y="1510888"/>
              <a:ext cx="96525" cy="68700"/>
            </a:xfrm>
            <a:custGeom>
              <a:rect b="b" l="l" r="r" t="t"/>
              <a:pathLst>
                <a:path extrusionOk="0" fill="none" h="2748" w="3861">
                  <a:moveTo>
                    <a:pt x="1" y="0"/>
                  </a:moveTo>
                  <a:lnTo>
                    <a:pt x="3860" y="2747"/>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0"/>
            <p:cNvSpPr/>
            <p:nvPr/>
          </p:nvSpPr>
          <p:spPr>
            <a:xfrm>
              <a:off x="6171100" y="1496963"/>
              <a:ext cx="37400" cy="28675"/>
            </a:xfrm>
            <a:custGeom>
              <a:rect b="b" l="l" r="r" t="t"/>
              <a:pathLst>
                <a:path extrusionOk="0" h="1147" w="1496">
                  <a:moveTo>
                    <a:pt x="754" y="0"/>
                  </a:moveTo>
                  <a:cubicBezTo>
                    <a:pt x="722" y="0"/>
                    <a:pt x="690" y="3"/>
                    <a:pt x="657" y="8"/>
                  </a:cubicBezTo>
                  <a:cubicBezTo>
                    <a:pt x="147" y="88"/>
                    <a:pt x="0" y="745"/>
                    <a:pt x="416" y="1040"/>
                  </a:cubicBezTo>
                  <a:cubicBezTo>
                    <a:pt x="514" y="1113"/>
                    <a:pt x="629" y="1147"/>
                    <a:pt x="744" y="1147"/>
                  </a:cubicBezTo>
                  <a:cubicBezTo>
                    <a:pt x="925" y="1147"/>
                    <a:pt x="1105" y="1061"/>
                    <a:pt x="1220" y="906"/>
                  </a:cubicBezTo>
                  <a:cubicBezTo>
                    <a:pt x="1495" y="517"/>
                    <a:pt x="1209" y="0"/>
                    <a:pt x="754"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50"/>
            <p:cNvSpPr/>
            <p:nvPr/>
          </p:nvSpPr>
          <p:spPr>
            <a:xfrm>
              <a:off x="6268925" y="1564813"/>
              <a:ext cx="32000" cy="28825"/>
            </a:xfrm>
            <a:custGeom>
              <a:rect b="b" l="l" r="r" t="t"/>
              <a:pathLst>
                <a:path extrusionOk="0" h="1153" w="1280">
                  <a:moveTo>
                    <a:pt x="648" y="1"/>
                  </a:moveTo>
                  <a:cubicBezTo>
                    <a:pt x="477" y="1"/>
                    <a:pt x="305" y="77"/>
                    <a:pt x="188" y="242"/>
                  </a:cubicBezTo>
                  <a:cubicBezTo>
                    <a:pt x="0" y="497"/>
                    <a:pt x="54" y="858"/>
                    <a:pt x="322" y="1046"/>
                  </a:cubicBezTo>
                  <a:cubicBezTo>
                    <a:pt x="425" y="1120"/>
                    <a:pt x="538" y="1152"/>
                    <a:pt x="648" y="1152"/>
                  </a:cubicBezTo>
                  <a:cubicBezTo>
                    <a:pt x="978" y="1152"/>
                    <a:pt x="1280" y="855"/>
                    <a:pt x="1220" y="483"/>
                  </a:cubicBezTo>
                  <a:cubicBezTo>
                    <a:pt x="1163" y="176"/>
                    <a:pt x="907" y="1"/>
                    <a:pt x="648"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50"/>
            <p:cNvSpPr/>
            <p:nvPr/>
          </p:nvSpPr>
          <p:spPr>
            <a:xfrm>
              <a:off x="6139875" y="1473613"/>
              <a:ext cx="69425" cy="53450"/>
            </a:xfrm>
            <a:custGeom>
              <a:rect b="b" l="l" r="r" t="t"/>
              <a:pathLst>
                <a:path extrusionOk="0" h="2138" w="2777">
                  <a:moveTo>
                    <a:pt x="1374" y="0"/>
                  </a:moveTo>
                  <a:cubicBezTo>
                    <a:pt x="1045" y="0"/>
                    <a:pt x="722" y="155"/>
                    <a:pt x="512" y="446"/>
                  </a:cubicBezTo>
                  <a:cubicBezTo>
                    <a:pt x="0" y="1170"/>
                    <a:pt x="535" y="2137"/>
                    <a:pt x="1368" y="2137"/>
                  </a:cubicBezTo>
                  <a:cubicBezTo>
                    <a:pt x="1429" y="2137"/>
                    <a:pt x="1493" y="2132"/>
                    <a:pt x="1557" y="2121"/>
                  </a:cubicBezTo>
                  <a:cubicBezTo>
                    <a:pt x="2495" y="1960"/>
                    <a:pt x="2777" y="754"/>
                    <a:pt x="2000" y="205"/>
                  </a:cubicBezTo>
                  <a:cubicBezTo>
                    <a:pt x="1808" y="67"/>
                    <a:pt x="1590" y="0"/>
                    <a:pt x="13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0"/>
            <p:cNvSpPr/>
            <p:nvPr/>
          </p:nvSpPr>
          <p:spPr>
            <a:xfrm>
              <a:off x="6342625" y="1458963"/>
              <a:ext cx="50275" cy="105875"/>
            </a:xfrm>
            <a:custGeom>
              <a:rect b="b" l="l" r="r" t="t"/>
              <a:pathLst>
                <a:path extrusionOk="0" fill="none" h="4235" w="2011">
                  <a:moveTo>
                    <a:pt x="2010" y="0"/>
                  </a:moveTo>
                  <a:lnTo>
                    <a:pt x="0" y="4235"/>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50"/>
            <p:cNvSpPr/>
            <p:nvPr/>
          </p:nvSpPr>
          <p:spPr>
            <a:xfrm>
              <a:off x="6376450" y="1445113"/>
              <a:ext cx="33150" cy="28650"/>
            </a:xfrm>
            <a:custGeom>
              <a:rect b="b" l="l" r="r" t="t"/>
              <a:pathLst>
                <a:path extrusionOk="0" h="1146" w="1326">
                  <a:moveTo>
                    <a:pt x="651" y="1"/>
                  </a:moveTo>
                  <a:cubicBezTo>
                    <a:pt x="444" y="1"/>
                    <a:pt x="237" y="108"/>
                    <a:pt x="135" y="326"/>
                  </a:cubicBezTo>
                  <a:cubicBezTo>
                    <a:pt x="1" y="608"/>
                    <a:pt x="121" y="956"/>
                    <a:pt x="403" y="1090"/>
                  </a:cubicBezTo>
                  <a:cubicBezTo>
                    <a:pt x="486" y="1128"/>
                    <a:pt x="570" y="1146"/>
                    <a:pt x="651" y="1146"/>
                  </a:cubicBezTo>
                  <a:cubicBezTo>
                    <a:pt x="1023" y="1146"/>
                    <a:pt x="1326" y="776"/>
                    <a:pt x="1194" y="380"/>
                  </a:cubicBezTo>
                  <a:cubicBezTo>
                    <a:pt x="1103" y="128"/>
                    <a:pt x="877" y="1"/>
                    <a:pt x="651"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50"/>
            <p:cNvSpPr/>
            <p:nvPr/>
          </p:nvSpPr>
          <p:spPr>
            <a:xfrm>
              <a:off x="6325275" y="1549713"/>
              <a:ext cx="35450" cy="28750"/>
            </a:xfrm>
            <a:custGeom>
              <a:rect b="b" l="l" r="r" t="t"/>
              <a:pathLst>
                <a:path extrusionOk="0" h="1150" w="1418">
                  <a:moveTo>
                    <a:pt x="707" y="1"/>
                  </a:moveTo>
                  <a:cubicBezTo>
                    <a:pt x="492" y="1"/>
                    <a:pt x="282" y="123"/>
                    <a:pt x="185" y="337"/>
                  </a:cubicBezTo>
                  <a:cubicBezTo>
                    <a:pt x="1" y="728"/>
                    <a:pt x="302" y="1150"/>
                    <a:pt x="696" y="1150"/>
                  </a:cubicBezTo>
                  <a:cubicBezTo>
                    <a:pt x="761" y="1150"/>
                    <a:pt x="828" y="1138"/>
                    <a:pt x="895" y="1114"/>
                  </a:cubicBezTo>
                  <a:cubicBezTo>
                    <a:pt x="1378" y="953"/>
                    <a:pt x="1418" y="283"/>
                    <a:pt x="949" y="55"/>
                  </a:cubicBezTo>
                  <a:cubicBezTo>
                    <a:pt x="872" y="18"/>
                    <a:pt x="789" y="1"/>
                    <a:pt x="707"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50"/>
            <p:cNvSpPr/>
            <p:nvPr/>
          </p:nvSpPr>
          <p:spPr>
            <a:xfrm>
              <a:off x="6369550" y="1414663"/>
              <a:ext cx="62200" cy="53450"/>
            </a:xfrm>
            <a:custGeom>
              <a:rect b="b" l="l" r="r" t="t"/>
              <a:pathLst>
                <a:path extrusionOk="0" h="2138" w="2488">
                  <a:moveTo>
                    <a:pt x="1256" y="0"/>
                  </a:moveTo>
                  <a:cubicBezTo>
                    <a:pt x="571" y="0"/>
                    <a:pt x="0" y="690"/>
                    <a:pt x="263" y="1424"/>
                  </a:cubicBezTo>
                  <a:cubicBezTo>
                    <a:pt x="432" y="1895"/>
                    <a:pt x="852" y="2137"/>
                    <a:pt x="1273" y="2137"/>
                  </a:cubicBezTo>
                  <a:cubicBezTo>
                    <a:pt x="1654" y="2137"/>
                    <a:pt x="2036" y="1938"/>
                    <a:pt x="2233" y="1531"/>
                  </a:cubicBezTo>
                  <a:cubicBezTo>
                    <a:pt x="2488" y="995"/>
                    <a:pt x="2260" y="365"/>
                    <a:pt x="1724" y="110"/>
                  </a:cubicBezTo>
                  <a:cubicBezTo>
                    <a:pt x="1568" y="35"/>
                    <a:pt x="1409" y="0"/>
                    <a:pt x="1256" y="0"/>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0"/>
            <p:cNvSpPr/>
            <p:nvPr/>
          </p:nvSpPr>
          <p:spPr>
            <a:xfrm>
              <a:off x="6351325" y="1963488"/>
              <a:ext cx="30850" cy="111250"/>
            </a:xfrm>
            <a:custGeom>
              <a:rect b="b" l="l" r="r" t="t"/>
              <a:pathLst>
                <a:path extrusionOk="0" fill="none" h="4450" w="1234">
                  <a:moveTo>
                    <a:pt x="1" y="4450"/>
                  </a:moveTo>
                  <a:lnTo>
                    <a:pt x="1234" y="1"/>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50"/>
            <p:cNvSpPr/>
            <p:nvPr/>
          </p:nvSpPr>
          <p:spPr>
            <a:xfrm>
              <a:off x="6333575" y="2059463"/>
              <a:ext cx="33850" cy="28875"/>
            </a:xfrm>
            <a:custGeom>
              <a:rect b="b" l="l" r="r" t="t"/>
              <a:pathLst>
                <a:path extrusionOk="0" h="1155" w="1354">
                  <a:moveTo>
                    <a:pt x="717" y="0"/>
                  </a:moveTo>
                  <a:cubicBezTo>
                    <a:pt x="298" y="0"/>
                    <a:pt x="1" y="470"/>
                    <a:pt x="228" y="866"/>
                  </a:cubicBezTo>
                  <a:cubicBezTo>
                    <a:pt x="335" y="1062"/>
                    <a:pt x="526" y="1155"/>
                    <a:pt x="718" y="1155"/>
                  </a:cubicBezTo>
                  <a:cubicBezTo>
                    <a:pt x="958" y="1155"/>
                    <a:pt x="1199" y="1008"/>
                    <a:pt x="1274" y="732"/>
                  </a:cubicBezTo>
                  <a:cubicBezTo>
                    <a:pt x="1354" y="423"/>
                    <a:pt x="1180" y="115"/>
                    <a:pt x="872" y="21"/>
                  </a:cubicBezTo>
                  <a:cubicBezTo>
                    <a:pt x="819" y="7"/>
                    <a:pt x="767" y="0"/>
                    <a:pt x="717"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0"/>
            <p:cNvSpPr/>
            <p:nvPr/>
          </p:nvSpPr>
          <p:spPr>
            <a:xfrm>
              <a:off x="6363725" y="1949838"/>
              <a:ext cx="34850" cy="28575"/>
            </a:xfrm>
            <a:custGeom>
              <a:rect b="b" l="l" r="r" t="t"/>
              <a:pathLst>
                <a:path extrusionOk="0" h="1143" w="1394">
                  <a:moveTo>
                    <a:pt x="731" y="1"/>
                  </a:moveTo>
                  <a:cubicBezTo>
                    <a:pt x="636" y="1"/>
                    <a:pt x="538" y="25"/>
                    <a:pt x="443" y="78"/>
                  </a:cubicBezTo>
                  <a:cubicBezTo>
                    <a:pt x="1" y="332"/>
                    <a:pt x="81" y="989"/>
                    <a:pt x="577" y="1123"/>
                  </a:cubicBezTo>
                  <a:cubicBezTo>
                    <a:pt x="628" y="1136"/>
                    <a:pt x="679" y="1143"/>
                    <a:pt x="729" y="1143"/>
                  </a:cubicBezTo>
                  <a:cubicBezTo>
                    <a:pt x="981" y="1143"/>
                    <a:pt x="1209" y="981"/>
                    <a:pt x="1287" y="734"/>
                  </a:cubicBezTo>
                  <a:cubicBezTo>
                    <a:pt x="1393" y="342"/>
                    <a:pt x="1088" y="1"/>
                    <a:pt x="731"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50"/>
            <p:cNvSpPr/>
            <p:nvPr/>
          </p:nvSpPr>
          <p:spPr>
            <a:xfrm>
              <a:off x="6316150" y="2068388"/>
              <a:ext cx="63400" cy="53600"/>
            </a:xfrm>
            <a:custGeom>
              <a:rect b="b" l="l" r="r" t="t"/>
              <a:pathLst>
                <a:path extrusionOk="0" h="2144" w="2536">
                  <a:moveTo>
                    <a:pt x="1193" y="1"/>
                  </a:moveTo>
                  <a:cubicBezTo>
                    <a:pt x="743" y="1"/>
                    <a:pt x="296" y="275"/>
                    <a:pt x="161" y="790"/>
                  </a:cubicBezTo>
                  <a:cubicBezTo>
                    <a:pt x="1" y="1353"/>
                    <a:pt x="336" y="1942"/>
                    <a:pt x="899" y="2103"/>
                  </a:cubicBezTo>
                  <a:cubicBezTo>
                    <a:pt x="999" y="2131"/>
                    <a:pt x="1098" y="2144"/>
                    <a:pt x="1193" y="2144"/>
                  </a:cubicBezTo>
                  <a:cubicBezTo>
                    <a:pt x="1975" y="2144"/>
                    <a:pt x="2536" y="1276"/>
                    <a:pt x="2118" y="535"/>
                  </a:cubicBezTo>
                  <a:cubicBezTo>
                    <a:pt x="1910" y="174"/>
                    <a:pt x="1550" y="1"/>
                    <a:pt x="1193"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50"/>
            <p:cNvSpPr/>
            <p:nvPr/>
          </p:nvSpPr>
          <p:spPr>
            <a:xfrm>
              <a:off x="6426375" y="1952113"/>
              <a:ext cx="81100" cy="82100"/>
            </a:xfrm>
            <a:custGeom>
              <a:rect b="b" l="l" r="r" t="t"/>
              <a:pathLst>
                <a:path extrusionOk="0" fill="none" h="3284" w="3244">
                  <a:moveTo>
                    <a:pt x="3244" y="3283"/>
                  </a:moveTo>
                  <a:lnTo>
                    <a:pt x="1" y="0"/>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50"/>
            <p:cNvSpPr/>
            <p:nvPr/>
          </p:nvSpPr>
          <p:spPr>
            <a:xfrm>
              <a:off x="6487675" y="2019538"/>
              <a:ext cx="38575" cy="28750"/>
            </a:xfrm>
            <a:custGeom>
              <a:rect b="b" l="l" r="r" t="t"/>
              <a:pathLst>
                <a:path extrusionOk="0" h="1150" w="1543">
                  <a:moveTo>
                    <a:pt x="771" y="0"/>
                  </a:moveTo>
                  <a:cubicBezTo>
                    <a:pt x="624" y="0"/>
                    <a:pt x="477" y="57"/>
                    <a:pt x="363" y="171"/>
                  </a:cubicBezTo>
                  <a:cubicBezTo>
                    <a:pt x="1" y="533"/>
                    <a:pt x="256" y="1149"/>
                    <a:pt x="778" y="1149"/>
                  </a:cubicBezTo>
                  <a:cubicBezTo>
                    <a:pt x="1287" y="1149"/>
                    <a:pt x="1542" y="533"/>
                    <a:pt x="1180" y="171"/>
                  </a:cubicBezTo>
                  <a:cubicBezTo>
                    <a:pt x="1066" y="57"/>
                    <a:pt x="919" y="0"/>
                    <a:pt x="771"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50"/>
            <p:cNvSpPr/>
            <p:nvPr/>
          </p:nvSpPr>
          <p:spPr>
            <a:xfrm>
              <a:off x="6412650" y="1938138"/>
              <a:ext cx="30175" cy="28950"/>
            </a:xfrm>
            <a:custGeom>
              <a:rect b="b" l="l" r="r" t="t"/>
              <a:pathLst>
                <a:path extrusionOk="0" h="1158" w="1207">
                  <a:moveTo>
                    <a:pt x="586" y="1"/>
                  </a:moveTo>
                  <a:cubicBezTo>
                    <a:pt x="288" y="1"/>
                    <a:pt x="0" y="229"/>
                    <a:pt x="0" y="573"/>
                  </a:cubicBezTo>
                  <a:cubicBezTo>
                    <a:pt x="0" y="926"/>
                    <a:pt x="289" y="1157"/>
                    <a:pt x="588" y="1157"/>
                  </a:cubicBezTo>
                  <a:cubicBezTo>
                    <a:pt x="730" y="1157"/>
                    <a:pt x="875" y="1105"/>
                    <a:pt x="992" y="988"/>
                  </a:cubicBezTo>
                  <a:cubicBezTo>
                    <a:pt x="1206" y="760"/>
                    <a:pt x="1206" y="398"/>
                    <a:pt x="992" y="171"/>
                  </a:cubicBezTo>
                  <a:cubicBezTo>
                    <a:pt x="874" y="53"/>
                    <a:pt x="729" y="1"/>
                    <a:pt x="586"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0"/>
            <p:cNvSpPr/>
            <p:nvPr/>
          </p:nvSpPr>
          <p:spPr>
            <a:xfrm>
              <a:off x="6486450" y="2022788"/>
              <a:ext cx="71275" cy="53225"/>
            </a:xfrm>
            <a:custGeom>
              <a:rect b="b" l="l" r="r" t="t"/>
              <a:pathLst>
                <a:path extrusionOk="0" h="2129" w="2851">
                  <a:moveTo>
                    <a:pt x="1414" y="1"/>
                  </a:moveTo>
                  <a:cubicBezTo>
                    <a:pt x="473" y="1"/>
                    <a:pt x="0" y="1144"/>
                    <a:pt x="666" y="1810"/>
                  </a:cubicBezTo>
                  <a:cubicBezTo>
                    <a:pt x="877" y="2021"/>
                    <a:pt x="1154" y="2128"/>
                    <a:pt x="1432" y="2128"/>
                  </a:cubicBezTo>
                  <a:cubicBezTo>
                    <a:pt x="1700" y="2128"/>
                    <a:pt x="1970" y="2028"/>
                    <a:pt x="2181" y="1823"/>
                  </a:cubicBezTo>
                  <a:cubicBezTo>
                    <a:pt x="2851" y="1153"/>
                    <a:pt x="2382" y="1"/>
                    <a:pt x="1430" y="1"/>
                  </a:cubicBezTo>
                  <a:cubicBezTo>
                    <a:pt x="1425" y="1"/>
                    <a:pt x="1419" y="1"/>
                    <a:pt x="1414"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0"/>
            <p:cNvSpPr/>
            <p:nvPr/>
          </p:nvSpPr>
          <p:spPr>
            <a:xfrm>
              <a:off x="6280650" y="1803688"/>
              <a:ext cx="81750" cy="83125"/>
            </a:xfrm>
            <a:custGeom>
              <a:rect b="b" l="l" r="r" t="t"/>
              <a:pathLst>
                <a:path extrusionOk="0" fill="none" h="3325" w="3270">
                  <a:moveTo>
                    <a:pt x="0" y="1"/>
                  </a:moveTo>
                  <a:lnTo>
                    <a:pt x="3270" y="3324"/>
                  </a:lnTo>
                </a:path>
              </a:pathLst>
            </a:custGeom>
            <a:noFill/>
            <a:ln cap="flat" cmpd="sng" w="9375">
              <a:solidFill>
                <a:srgbClr val="383536"/>
              </a:solidFill>
              <a:prstDash val="solid"/>
              <a:miter lim="134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50"/>
            <p:cNvSpPr/>
            <p:nvPr/>
          </p:nvSpPr>
          <p:spPr>
            <a:xfrm>
              <a:off x="6261875" y="1789963"/>
              <a:ext cx="38225" cy="28500"/>
            </a:xfrm>
            <a:custGeom>
              <a:rect b="b" l="l" r="r" t="t"/>
              <a:pathLst>
                <a:path extrusionOk="0" h="1140" w="1529">
                  <a:moveTo>
                    <a:pt x="765" y="0"/>
                  </a:moveTo>
                  <a:cubicBezTo>
                    <a:pt x="255" y="0"/>
                    <a:pt x="1" y="617"/>
                    <a:pt x="363" y="978"/>
                  </a:cubicBezTo>
                  <a:cubicBezTo>
                    <a:pt x="470" y="1086"/>
                    <a:pt x="614" y="1139"/>
                    <a:pt x="760" y="1139"/>
                  </a:cubicBezTo>
                  <a:cubicBezTo>
                    <a:pt x="905" y="1139"/>
                    <a:pt x="1053" y="1086"/>
                    <a:pt x="1167" y="978"/>
                  </a:cubicBezTo>
                  <a:cubicBezTo>
                    <a:pt x="1528" y="617"/>
                    <a:pt x="1274" y="0"/>
                    <a:pt x="765" y="0"/>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50"/>
            <p:cNvSpPr/>
            <p:nvPr/>
          </p:nvSpPr>
          <p:spPr>
            <a:xfrm>
              <a:off x="6345975" y="1871813"/>
              <a:ext cx="30175" cy="28950"/>
            </a:xfrm>
            <a:custGeom>
              <a:rect b="b" l="l" r="r" t="t"/>
              <a:pathLst>
                <a:path extrusionOk="0" h="1158" w="1207">
                  <a:moveTo>
                    <a:pt x="629" y="1"/>
                  </a:moveTo>
                  <a:cubicBezTo>
                    <a:pt x="488" y="1"/>
                    <a:pt x="345" y="53"/>
                    <a:pt x="228" y="170"/>
                  </a:cubicBezTo>
                  <a:cubicBezTo>
                    <a:pt x="0" y="398"/>
                    <a:pt x="0" y="760"/>
                    <a:pt x="228" y="988"/>
                  </a:cubicBezTo>
                  <a:cubicBezTo>
                    <a:pt x="346" y="1105"/>
                    <a:pt x="490" y="1158"/>
                    <a:pt x="631" y="1158"/>
                  </a:cubicBezTo>
                  <a:cubicBezTo>
                    <a:pt x="925" y="1158"/>
                    <a:pt x="1206" y="930"/>
                    <a:pt x="1206" y="586"/>
                  </a:cubicBezTo>
                  <a:cubicBezTo>
                    <a:pt x="1206" y="232"/>
                    <a:pt x="924" y="1"/>
                    <a:pt x="629"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50"/>
            <p:cNvSpPr/>
            <p:nvPr/>
          </p:nvSpPr>
          <p:spPr>
            <a:xfrm>
              <a:off x="6230725" y="1762888"/>
              <a:ext cx="71275" cy="53225"/>
            </a:xfrm>
            <a:custGeom>
              <a:rect b="b" l="l" r="r" t="t"/>
              <a:pathLst>
                <a:path extrusionOk="0" h="2129" w="2851">
                  <a:moveTo>
                    <a:pt x="1426" y="1"/>
                  </a:moveTo>
                  <a:cubicBezTo>
                    <a:pt x="1157" y="1"/>
                    <a:pt x="888" y="102"/>
                    <a:pt x="684" y="306"/>
                  </a:cubicBezTo>
                  <a:cubicBezTo>
                    <a:pt x="0" y="976"/>
                    <a:pt x="469" y="2128"/>
                    <a:pt x="1421" y="2128"/>
                  </a:cubicBezTo>
                  <a:cubicBezTo>
                    <a:pt x="1426" y="2129"/>
                    <a:pt x="1432" y="2129"/>
                    <a:pt x="1437" y="2129"/>
                  </a:cubicBezTo>
                  <a:cubicBezTo>
                    <a:pt x="2378" y="2129"/>
                    <a:pt x="2851" y="986"/>
                    <a:pt x="2185" y="319"/>
                  </a:cubicBezTo>
                  <a:cubicBezTo>
                    <a:pt x="1981" y="108"/>
                    <a:pt x="1704" y="1"/>
                    <a:pt x="1426"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0"/>
            <p:cNvSpPr/>
            <p:nvPr/>
          </p:nvSpPr>
          <p:spPr>
            <a:xfrm>
              <a:off x="6000900" y="1951338"/>
              <a:ext cx="126775" cy="107025"/>
            </a:xfrm>
            <a:custGeom>
              <a:rect b="b" l="l" r="r" t="t"/>
              <a:pathLst>
                <a:path extrusionOk="0" h="4281" w="5071">
                  <a:moveTo>
                    <a:pt x="2393" y="1"/>
                  </a:moveTo>
                  <a:cubicBezTo>
                    <a:pt x="1497" y="1"/>
                    <a:pt x="606" y="549"/>
                    <a:pt x="322" y="1572"/>
                  </a:cubicBezTo>
                  <a:cubicBezTo>
                    <a:pt x="0" y="2698"/>
                    <a:pt x="670" y="3877"/>
                    <a:pt x="1810" y="4199"/>
                  </a:cubicBezTo>
                  <a:cubicBezTo>
                    <a:pt x="2010" y="4255"/>
                    <a:pt x="2208" y="4281"/>
                    <a:pt x="2398" y="4281"/>
                  </a:cubicBezTo>
                  <a:cubicBezTo>
                    <a:pt x="3950" y="4281"/>
                    <a:pt x="5071" y="2556"/>
                    <a:pt x="4235" y="1077"/>
                  </a:cubicBezTo>
                  <a:cubicBezTo>
                    <a:pt x="3820" y="347"/>
                    <a:pt x="3105" y="1"/>
                    <a:pt x="2393" y="1"/>
                  </a:cubicBezTo>
                  <a:close/>
                </a:path>
              </a:pathLst>
            </a:custGeom>
            <a:solidFill>
              <a:srgbClr val="C3CC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0"/>
            <p:cNvSpPr/>
            <p:nvPr/>
          </p:nvSpPr>
          <p:spPr>
            <a:xfrm>
              <a:off x="6017975" y="1980063"/>
              <a:ext cx="29575" cy="24450"/>
            </a:xfrm>
            <a:custGeom>
              <a:rect b="b" l="l" r="r" t="t"/>
              <a:pathLst>
                <a:path extrusionOk="0" h="978" w="1183">
                  <a:moveTo>
                    <a:pt x="619" y="0"/>
                  </a:moveTo>
                  <a:cubicBezTo>
                    <a:pt x="574" y="0"/>
                    <a:pt x="528" y="7"/>
                    <a:pt x="483" y="21"/>
                  </a:cubicBezTo>
                  <a:cubicBezTo>
                    <a:pt x="68" y="142"/>
                    <a:pt x="1" y="705"/>
                    <a:pt x="376" y="919"/>
                  </a:cubicBezTo>
                  <a:cubicBezTo>
                    <a:pt x="454" y="960"/>
                    <a:pt x="534" y="978"/>
                    <a:pt x="611" y="978"/>
                  </a:cubicBezTo>
                  <a:cubicBezTo>
                    <a:pt x="919" y="978"/>
                    <a:pt x="1183" y="688"/>
                    <a:pt x="1086" y="356"/>
                  </a:cubicBezTo>
                  <a:cubicBezTo>
                    <a:pt x="1031" y="147"/>
                    <a:pt x="830" y="0"/>
                    <a:pt x="619" y="0"/>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0"/>
            <p:cNvSpPr/>
            <p:nvPr/>
          </p:nvSpPr>
          <p:spPr>
            <a:xfrm>
              <a:off x="6158700" y="1911813"/>
              <a:ext cx="126425" cy="107025"/>
            </a:xfrm>
            <a:custGeom>
              <a:rect b="b" l="l" r="r" t="t"/>
              <a:pathLst>
                <a:path extrusionOk="0" h="4281" w="5057">
                  <a:moveTo>
                    <a:pt x="2380" y="0"/>
                  </a:moveTo>
                  <a:cubicBezTo>
                    <a:pt x="1484" y="0"/>
                    <a:pt x="592" y="549"/>
                    <a:pt x="308" y="1572"/>
                  </a:cubicBezTo>
                  <a:cubicBezTo>
                    <a:pt x="0" y="2698"/>
                    <a:pt x="657" y="3877"/>
                    <a:pt x="1796" y="4199"/>
                  </a:cubicBezTo>
                  <a:cubicBezTo>
                    <a:pt x="1997" y="4254"/>
                    <a:pt x="2194" y="4280"/>
                    <a:pt x="2385" y="4280"/>
                  </a:cubicBezTo>
                  <a:cubicBezTo>
                    <a:pt x="3937" y="4280"/>
                    <a:pt x="5057" y="2556"/>
                    <a:pt x="4222" y="1076"/>
                  </a:cubicBezTo>
                  <a:cubicBezTo>
                    <a:pt x="3806" y="346"/>
                    <a:pt x="3092" y="0"/>
                    <a:pt x="2380" y="0"/>
                  </a:cubicBezTo>
                  <a:close/>
                </a:path>
              </a:pathLst>
            </a:custGeom>
            <a:solidFill>
              <a:srgbClr val="E6F0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0"/>
            <p:cNvSpPr/>
            <p:nvPr/>
          </p:nvSpPr>
          <p:spPr>
            <a:xfrm>
              <a:off x="6180475" y="1932938"/>
              <a:ext cx="29550" cy="24500"/>
            </a:xfrm>
            <a:custGeom>
              <a:rect b="b" l="l" r="r" t="t"/>
              <a:pathLst>
                <a:path extrusionOk="0" h="980" w="1182">
                  <a:moveTo>
                    <a:pt x="608" y="1"/>
                  </a:moveTo>
                  <a:cubicBezTo>
                    <a:pt x="566" y="1"/>
                    <a:pt x="524" y="6"/>
                    <a:pt x="483" y="17"/>
                  </a:cubicBezTo>
                  <a:cubicBezTo>
                    <a:pt x="67" y="137"/>
                    <a:pt x="0" y="700"/>
                    <a:pt x="376" y="915"/>
                  </a:cubicBezTo>
                  <a:cubicBezTo>
                    <a:pt x="457" y="960"/>
                    <a:pt x="541" y="980"/>
                    <a:pt x="621" y="980"/>
                  </a:cubicBezTo>
                  <a:cubicBezTo>
                    <a:pt x="925" y="980"/>
                    <a:pt x="1181" y="691"/>
                    <a:pt x="1086" y="352"/>
                  </a:cubicBezTo>
                  <a:cubicBezTo>
                    <a:pt x="1030" y="139"/>
                    <a:pt x="823" y="1"/>
                    <a:pt x="608"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0"/>
            <p:cNvSpPr/>
            <p:nvPr/>
          </p:nvSpPr>
          <p:spPr>
            <a:xfrm>
              <a:off x="6334925" y="1865838"/>
              <a:ext cx="118625" cy="106900"/>
            </a:xfrm>
            <a:custGeom>
              <a:rect b="b" l="l" r="r" t="t"/>
              <a:pathLst>
                <a:path extrusionOk="0" h="4276" w="4745">
                  <a:moveTo>
                    <a:pt x="2367" y="0"/>
                  </a:moveTo>
                  <a:cubicBezTo>
                    <a:pt x="1849" y="0"/>
                    <a:pt x="1331" y="189"/>
                    <a:pt x="925" y="570"/>
                  </a:cubicBezTo>
                  <a:cubicBezTo>
                    <a:pt x="54" y="1374"/>
                    <a:pt x="0" y="2728"/>
                    <a:pt x="804" y="3585"/>
                  </a:cubicBezTo>
                  <a:cubicBezTo>
                    <a:pt x="1227" y="4043"/>
                    <a:pt x="1802" y="4275"/>
                    <a:pt x="2377" y="4275"/>
                  </a:cubicBezTo>
                  <a:cubicBezTo>
                    <a:pt x="2895" y="4275"/>
                    <a:pt x="3413" y="4087"/>
                    <a:pt x="3819" y="3706"/>
                  </a:cubicBezTo>
                  <a:cubicBezTo>
                    <a:pt x="4690" y="2902"/>
                    <a:pt x="4744" y="1548"/>
                    <a:pt x="3940" y="691"/>
                  </a:cubicBezTo>
                  <a:cubicBezTo>
                    <a:pt x="3517" y="232"/>
                    <a:pt x="2942" y="0"/>
                    <a:pt x="2367" y="0"/>
                  </a:cubicBezTo>
                  <a:close/>
                </a:path>
              </a:pathLst>
            </a:custGeom>
            <a:solidFill>
              <a:srgbClr val="88A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50"/>
            <p:cNvSpPr/>
            <p:nvPr/>
          </p:nvSpPr>
          <p:spPr>
            <a:xfrm>
              <a:off x="6354000" y="1882538"/>
              <a:ext cx="29550" cy="24325"/>
            </a:xfrm>
            <a:custGeom>
              <a:rect b="b" l="l" r="r" t="t"/>
              <a:pathLst>
                <a:path extrusionOk="0" h="973" w="1182">
                  <a:moveTo>
                    <a:pt x="630" y="1"/>
                  </a:moveTo>
                  <a:cubicBezTo>
                    <a:pt x="582" y="1"/>
                    <a:pt x="533" y="8"/>
                    <a:pt x="483" y="23"/>
                  </a:cubicBezTo>
                  <a:cubicBezTo>
                    <a:pt x="68" y="130"/>
                    <a:pt x="1" y="706"/>
                    <a:pt x="390" y="907"/>
                  </a:cubicBezTo>
                  <a:cubicBezTo>
                    <a:pt x="468" y="952"/>
                    <a:pt x="550" y="972"/>
                    <a:pt x="629" y="972"/>
                  </a:cubicBezTo>
                  <a:cubicBezTo>
                    <a:pt x="926" y="972"/>
                    <a:pt x="1182" y="686"/>
                    <a:pt x="1086" y="358"/>
                  </a:cubicBezTo>
                  <a:cubicBezTo>
                    <a:pt x="1032" y="139"/>
                    <a:pt x="843" y="1"/>
                    <a:pt x="630"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0"/>
            <p:cNvSpPr/>
            <p:nvPr/>
          </p:nvSpPr>
          <p:spPr>
            <a:xfrm>
              <a:off x="6385500" y="1682838"/>
              <a:ext cx="126775" cy="106850"/>
            </a:xfrm>
            <a:custGeom>
              <a:rect b="b" l="l" r="r" t="t"/>
              <a:pathLst>
                <a:path extrusionOk="0" h="4274" w="5071">
                  <a:moveTo>
                    <a:pt x="2384" y="1"/>
                  </a:moveTo>
                  <a:cubicBezTo>
                    <a:pt x="1492" y="1"/>
                    <a:pt x="605" y="545"/>
                    <a:pt x="322" y="1565"/>
                  </a:cubicBezTo>
                  <a:cubicBezTo>
                    <a:pt x="1" y="2704"/>
                    <a:pt x="671" y="3883"/>
                    <a:pt x="1810" y="4191"/>
                  </a:cubicBezTo>
                  <a:cubicBezTo>
                    <a:pt x="2012" y="4247"/>
                    <a:pt x="2210" y="4274"/>
                    <a:pt x="2402" y="4274"/>
                  </a:cubicBezTo>
                  <a:cubicBezTo>
                    <a:pt x="3952" y="4274"/>
                    <a:pt x="5070" y="2561"/>
                    <a:pt x="4235" y="1082"/>
                  </a:cubicBezTo>
                  <a:cubicBezTo>
                    <a:pt x="3818" y="350"/>
                    <a:pt x="3099" y="1"/>
                    <a:pt x="2384" y="1"/>
                  </a:cubicBezTo>
                  <a:close/>
                </a:path>
              </a:pathLst>
            </a:custGeom>
            <a:solidFill>
              <a:srgbClr val="C3CC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0"/>
            <p:cNvSpPr/>
            <p:nvPr/>
          </p:nvSpPr>
          <p:spPr>
            <a:xfrm>
              <a:off x="6404600" y="1735938"/>
              <a:ext cx="29550" cy="24500"/>
            </a:xfrm>
            <a:custGeom>
              <a:rect b="b" l="l" r="r" t="t"/>
              <a:pathLst>
                <a:path extrusionOk="0" h="980" w="1182">
                  <a:moveTo>
                    <a:pt x="608" y="1"/>
                  </a:moveTo>
                  <a:cubicBezTo>
                    <a:pt x="566" y="1"/>
                    <a:pt x="524" y="6"/>
                    <a:pt x="483" y="17"/>
                  </a:cubicBezTo>
                  <a:cubicBezTo>
                    <a:pt x="68" y="138"/>
                    <a:pt x="1" y="701"/>
                    <a:pt x="376" y="915"/>
                  </a:cubicBezTo>
                  <a:cubicBezTo>
                    <a:pt x="454" y="960"/>
                    <a:pt x="536" y="980"/>
                    <a:pt x="616" y="980"/>
                  </a:cubicBezTo>
                  <a:cubicBezTo>
                    <a:pt x="916" y="980"/>
                    <a:pt x="1181" y="691"/>
                    <a:pt x="1086" y="352"/>
                  </a:cubicBezTo>
                  <a:cubicBezTo>
                    <a:pt x="1019" y="139"/>
                    <a:pt x="820" y="1"/>
                    <a:pt x="608"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0"/>
            <p:cNvSpPr/>
            <p:nvPr/>
          </p:nvSpPr>
          <p:spPr>
            <a:xfrm>
              <a:off x="6255525" y="1552513"/>
              <a:ext cx="129050" cy="107025"/>
            </a:xfrm>
            <a:custGeom>
              <a:rect b="b" l="l" r="r" t="t"/>
              <a:pathLst>
                <a:path extrusionOk="0" h="4281" w="5162">
                  <a:moveTo>
                    <a:pt x="2695" y="0"/>
                  </a:moveTo>
                  <a:cubicBezTo>
                    <a:pt x="2350" y="0"/>
                    <a:pt x="1993" y="87"/>
                    <a:pt x="1648" y="278"/>
                  </a:cubicBezTo>
                  <a:cubicBezTo>
                    <a:pt x="0" y="1216"/>
                    <a:pt x="295" y="3696"/>
                    <a:pt x="2131" y="4205"/>
                  </a:cubicBezTo>
                  <a:cubicBezTo>
                    <a:pt x="2321" y="4256"/>
                    <a:pt x="2511" y="4281"/>
                    <a:pt x="2699" y="4281"/>
                  </a:cubicBezTo>
                  <a:cubicBezTo>
                    <a:pt x="3635" y="4281"/>
                    <a:pt x="4489" y="3667"/>
                    <a:pt x="4757" y="2717"/>
                  </a:cubicBezTo>
                  <a:cubicBezTo>
                    <a:pt x="5161" y="1262"/>
                    <a:pt x="4015" y="0"/>
                    <a:pt x="2695" y="0"/>
                  </a:cubicBezTo>
                  <a:close/>
                </a:path>
              </a:pathLst>
            </a:custGeom>
            <a:solidFill>
              <a:srgbClr val="D494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50"/>
            <p:cNvSpPr/>
            <p:nvPr/>
          </p:nvSpPr>
          <p:spPr>
            <a:xfrm>
              <a:off x="6277625" y="1603838"/>
              <a:ext cx="29575" cy="24450"/>
            </a:xfrm>
            <a:custGeom>
              <a:rect b="b" l="l" r="r" t="t"/>
              <a:pathLst>
                <a:path extrusionOk="0" h="978" w="1183">
                  <a:moveTo>
                    <a:pt x="619" y="0"/>
                  </a:moveTo>
                  <a:cubicBezTo>
                    <a:pt x="574" y="0"/>
                    <a:pt x="528" y="7"/>
                    <a:pt x="483" y="21"/>
                  </a:cubicBezTo>
                  <a:cubicBezTo>
                    <a:pt x="68" y="142"/>
                    <a:pt x="1" y="705"/>
                    <a:pt x="376" y="919"/>
                  </a:cubicBezTo>
                  <a:cubicBezTo>
                    <a:pt x="454" y="959"/>
                    <a:pt x="534" y="977"/>
                    <a:pt x="611" y="977"/>
                  </a:cubicBezTo>
                  <a:cubicBezTo>
                    <a:pt x="919" y="977"/>
                    <a:pt x="1182" y="688"/>
                    <a:pt x="1086" y="356"/>
                  </a:cubicBezTo>
                  <a:cubicBezTo>
                    <a:pt x="1031" y="146"/>
                    <a:pt x="830" y="0"/>
                    <a:pt x="619" y="0"/>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61" name="Google Shape;361;p50" title="Screenshot 2025-06-16 at 12.11.22 AM.png"/>
          <p:cNvPicPr preferRelativeResize="0"/>
          <p:nvPr/>
        </p:nvPicPr>
        <p:blipFill rotWithShape="1">
          <a:blip r:embed="rId7">
            <a:alphaModFix/>
          </a:blip>
          <a:srcRect b="25898" l="3376" r="4872" t="0"/>
          <a:stretch/>
        </p:blipFill>
        <p:spPr>
          <a:xfrm>
            <a:off x="4994338" y="418100"/>
            <a:ext cx="1235400" cy="1270500"/>
          </a:xfrm>
          <a:prstGeom prst="ellipse">
            <a:avLst/>
          </a:prstGeom>
          <a:noFill/>
          <a:ln>
            <a:noFill/>
          </a:ln>
        </p:spPr>
      </p:pic>
      <p:pic>
        <p:nvPicPr>
          <p:cNvPr id="362" name="Google Shape;362;p50" title="Screenshot 2025-06-18 at 4.07.25 PM.png"/>
          <p:cNvPicPr preferRelativeResize="0"/>
          <p:nvPr/>
        </p:nvPicPr>
        <p:blipFill>
          <a:blip r:embed="rId8">
            <a:alphaModFix/>
          </a:blip>
          <a:stretch>
            <a:fillRect/>
          </a:stretch>
        </p:blipFill>
        <p:spPr>
          <a:xfrm>
            <a:off x="4994352" y="2705648"/>
            <a:ext cx="1149900" cy="1226100"/>
          </a:xfrm>
          <a:prstGeom prst="ellipse">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1"/>
          <p:cNvSpPr/>
          <p:nvPr/>
        </p:nvSpPr>
        <p:spPr>
          <a:xfrm flipH="1">
            <a:off x="940002" y="848600"/>
            <a:ext cx="3049500" cy="3050100"/>
          </a:xfrm>
          <a:prstGeom prst="ellipse">
            <a:avLst/>
          </a:prstGeom>
          <a:solidFill>
            <a:schemeClr val="lt1"/>
          </a:solidFill>
          <a:ln cap="flat" cmpd="sng" w="1143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1"/>
          <p:cNvSpPr/>
          <p:nvPr/>
        </p:nvSpPr>
        <p:spPr>
          <a:xfrm flipH="1" rot="7658695">
            <a:off x="-5602814" y="3329283"/>
            <a:ext cx="11580430" cy="3957292"/>
          </a:xfrm>
          <a:custGeom>
            <a:rect b="b" l="l" r="r" t="t"/>
            <a:pathLst>
              <a:path extrusionOk="0" h="28487" w="83363">
                <a:moveTo>
                  <a:pt x="8782" y="9751"/>
                </a:moveTo>
                <a:cubicBezTo>
                  <a:pt x="9904" y="9751"/>
                  <a:pt x="11008" y="10189"/>
                  <a:pt x="11833" y="11014"/>
                </a:cubicBezTo>
                <a:cubicBezTo>
                  <a:pt x="13059" y="12240"/>
                  <a:pt x="13428" y="14096"/>
                  <a:pt x="12762" y="15705"/>
                </a:cubicBezTo>
                <a:cubicBezTo>
                  <a:pt x="12096" y="17313"/>
                  <a:pt x="10530" y="18362"/>
                  <a:pt x="8787" y="18362"/>
                </a:cubicBezTo>
                <a:cubicBezTo>
                  <a:pt x="6406" y="18362"/>
                  <a:pt x="4478" y="16435"/>
                  <a:pt x="4478" y="14054"/>
                </a:cubicBezTo>
                <a:cubicBezTo>
                  <a:pt x="4478" y="12318"/>
                  <a:pt x="5527" y="10745"/>
                  <a:pt x="7136" y="10079"/>
                </a:cubicBezTo>
                <a:cubicBezTo>
                  <a:pt x="7668" y="9858"/>
                  <a:pt x="8227" y="9751"/>
                  <a:pt x="8782" y="9751"/>
                </a:cubicBezTo>
                <a:close/>
                <a:moveTo>
                  <a:pt x="68293" y="3038"/>
                </a:moveTo>
                <a:cubicBezTo>
                  <a:pt x="69712" y="3038"/>
                  <a:pt x="71143" y="3313"/>
                  <a:pt x="72507" y="3879"/>
                </a:cubicBezTo>
                <a:cubicBezTo>
                  <a:pt x="76624" y="5586"/>
                  <a:pt x="79309" y="9604"/>
                  <a:pt x="79309" y="14054"/>
                </a:cubicBezTo>
                <a:cubicBezTo>
                  <a:pt x="79309" y="20140"/>
                  <a:pt x="74378" y="25072"/>
                  <a:pt x="68298" y="25072"/>
                </a:cubicBezTo>
                <a:cubicBezTo>
                  <a:pt x="63842" y="25072"/>
                  <a:pt x="59824" y="22386"/>
                  <a:pt x="58116" y="18270"/>
                </a:cubicBezTo>
                <a:cubicBezTo>
                  <a:pt x="56409" y="14153"/>
                  <a:pt x="57351" y="9420"/>
                  <a:pt x="60504" y="6267"/>
                </a:cubicBezTo>
                <a:cubicBezTo>
                  <a:pt x="62613" y="4158"/>
                  <a:pt x="65428" y="3038"/>
                  <a:pt x="68293" y="3038"/>
                </a:cubicBezTo>
                <a:close/>
                <a:moveTo>
                  <a:pt x="69116" y="1"/>
                </a:moveTo>
                <a:cubicBezTo>
                  <a:pt x="67760" y="1"/>
                  <a:pt x="66394" y="195"/>
                  <a:pt x="65060" y="591"/>
                </a:cubicBezTo>
                <a:cubicBezTo>
                  <a:pt x="64458" y="697"/>
                  <a:pt x="63863" y="839"/>
                  <a:pt x="63275" y="1038"/>
                </a:cubicBezTo>
                <a:cubicBezTo>
                  <a:pt x="60618" y="1895"/>
                  <a:pt x="58201" y="3595"/>
                  <a:pt x="55573" y="5388"/>
                </a:cubicBezTo>
                <a:cubicBezTo>
                  <a:pt x="51215" y="8364"/>
                  <a:pt x="46241" y="11574"/>
                  <a:pt x="38504" y="11574"/>
                </a:cubicBezTo>
                <a:cubicBezTo>
                  <a:pt x="35209" y="11574"/>
                  <a:pt x="27315" y="10837"/>
                  <a:pt x="20492" y="10128"/>
                </a:cubicBezTo>
                <a:cubicBezTo>
                  <a:pt x="19046" y="9980"/>
                  <a:pt x="17644" y="9824"/>
                  <a:pt x="16347" y="9682"/>
                </a:cubicBezTo>
                <a:cubicBezTo>
                  <a:pt x="14753" y="6941"/>
                  <a:pt x="11848" y="5331"/>
                  <a:pt x="8792" y="5331"/>
                </a:cubicBezTo>
                <a:cubicBezTo>
                  <a:pt x="8016" y="5331"/>
                  <a:pt x="7231" y="5435"/>
                  <a:pt x="6455" y="5650"/>
                </a:cubicBezTo>
                <a:cubicBezTo>
                  <a:pt x="2629" y="6713"/>
                  <a:pt x="0" y="10228"/>
                  <a:pt x="64" y="14203"/>
                </a:cubicBezTo>
                <a:cubicBezTo>
                  <a:pt x="128" y="18178"/>
                  <a:pt x="2863" y="21607"/>
                  <a:pt x="6725" y="22542"/>
                </a:cubicBezTo>
                <a:cubicBezTo>
                  <a:pt x="7415" y="22711"/>
                  <a:pt x="8109" y="22792"/>
                  <a:pt x="8796" y="22792"/>
                </a:cubicBezTo>
                <a:cubicBezTo>
                  <a:pt x="11951" y="22792"/>
                  <a:pt x="14933" y="21074"/>
                  <a:pt x="16481" y="18199"/>
                </a:cubicBezTo>
                <a:cubicBezTo>
                  <a:pt x="17629" y="18078"/>
                  <a:pt x="18855" y="17944"/>
                  <a:pt x="20123" y="17816"/>
                </a:cubicBezTo>
                <a:cubicBezTo>
                  <a:pt x="27032" y="17108"/>
                  <a:pt x="35152" y="16342"/>
                  <a:pt x="38504" y="16342"/>
                </a:cubicBezTo>
                <a:cubicBezTo>
                  <a:pt x="49422" y="16342"/>
                  <a:pt x="54829" y="22719"/>
                  <a:pt x="60795" y="25802"/>
                </a:cubicBezTo>
                <a:cubicBezTo>
                  <a:pt x="63258" y="27575"/>
                  <a:pt x="66177" y="28486"/>
                  <a:pt x="69121" y="28486"/>
                </a:cubicBezTo>
                <a:cubicBezTo>
                  <a:pt x="70987" y="28486"/>
                  <a:pt x="72864" y="28120"/>
                  <a:pt x="74640" y="27375"/>
                </a:cubicBezTo>
                <a:cubicBezTo>
                  <a:pt x="79210" y="25455"/>
                  <a:pt x="82455" y="21295"/>
                  <a:pt x="83207" y="16392"/>
                </a:cubicBezTo>
                <a:cubicBezTo>
                  <a:pt x="83313" y="15683"/>
                  <a:pt x="83362" y="14968"/>
                  <a:pt x="83362" y="14252"/>
                </a:cubicBezTo>
                <a:cubicBezTo>
                  <a:pt x="83362" y="9951"/>
                  <a:pt x="81428" y="5891"/>
                  <a:pt x="78091" y="3184"/>
                </a:cubicBezTo>
                <a:cubicBezTo>
                  <a:pt x="75521" y="1099"/>
                  <a:pt x="72345" y="1"/>
                  <a:pt x="6911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1"/>
          <p:cNvSpPr txBox="1"/>
          <p:nvPr>
            <p:ph type="ctrTitle"/>
          </p:nvPr>
        </p:nvSpPr>
        <p:spPr>
          <a:xfrm flipH="1">
            <a:off x="1373749" y="1710950"/>
            <a:ext cx="2418300" cy="1325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t>What is a Journal Club?</a:t>
            </a:r>
            <a:endParaRPr sz="4800"/>
          </a:p>
        </p:txBody>
      </p:sp>
      <p:sp>
        <p:nvSpPr>
          <p:cNvPr id="370" name="Google Shape;370;p51"/>
          <p:cNvSpPr txBox="1"/>
          <p:nvPr>
            <p:ph idx="1" type="subTitle"/>
          </p:nvPr>
        </p:nvSpPr>
        <p:spPr>
          <a:xfrm flipH="1">
            <a:off x="4733275" y="885650"/>
            <a:ext cx="3827100" cy="2976000"/>
          </a:xfrm>
          <a:prstGeom prst="rect">
            <a:avLst/>
          </a:prstGeom>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SzPts val="1500"/>
              <a:buChar char="●"/>
            </a:pPr>
            <a:r>
              <a:rPr lang="en" sz="1700"/>
              <a:t>A journal club is a group that regularly meets to critically discuss scientific literature</a:t>
            </a:r>
            <a:endParaRPr sz="1700"/>
          </a:p>
          <a:p>
            <a:pPr indent="-323850" lvl="0" marL="457200" marR="0" rtl="0" algn="l">
              <a:lnSpc>
                <a:spcPct val="100000"/>
              </a:lnSpc>
              <a:spcBef>
                <a:spcPts val="500"/>
              </a:spcBef>
              <a:spcAft>
                <a:spcPts val="0"/>
              </a:spcAft>
              <a:buSzPts val="1500"/>
              <a:buChar char="●"/>
            </a:pPr>
            <a:r>
              <a:rPr lang="en" sz="1700"/>
              <a:t>Commonly found in colleges &amp; higher education</a:t>
            </a:r>
            <a:endParaRPr sz="1700"/>
          </a:p>
          <a:p>
            <a:pPr indent="-323850" lvl="0" marL="457200" marR="0" rtl="0" algn="l">
              <a:lnSpc>
                <a:spcPct val="100000"/>
              </a:lnSpc>
              <a:spcBef>
                <a:spcPts val="500"/>
              </a:spcBef>
              <a:spcAft>
                <a:spcPts val="500"/>
              </a:spcAft>
              <a:buSzPts val="1500"/>
              <a:buChar char="●"/>
            </a:pPr>
            <a:r>
              <a:rPr lang="en" sz="1700"/>
              <a:t>“Journal Clubs are effective approaches in the training of [students] while exercising communication skills and critical thinking.” – Oxford Academic, 2024</a:t>
            </a:r>
            <a:endParaRPr sz="1700"/>
          </a:p>
        </p:txBody>
      </p:sp>
      <p:pic>
        <p:nvPicPr>
          <p:cNvPr id="371" name="Google Shape;371;p51" title="horizontal wordmark transparent.png"/>
          <p:cNvPicPr preferRelativeResize="0"/>
          <p:nvPr/>
        </p:nvPicPr>
        <p:blipFill>
          <a:blip r:embed="rId3">
            <a:alphaModFix/>
          </a:blip>
          <a:stretch>
            <a:fillRect/>
          </a:stretch>
        </p:blipFill>
        <p:spPr>
          <a:xfrm>
            <a:off x="91425" y="4601175"/>
            <a:ext cx="1636500" cy="451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2"/>
          <p:cNvSpPr txBox="1"/>
          <p:nvPr>
            <p:ph type="title"/>
          </p:nvPr>
        </p:nvSpPr>
        <p:spPr>
          <a:xfrm>
            <a:off x="2421000" y="147297"/>
            <a:ext cx="4302000" cy="90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200"/>
              <a:t>Goals</a:t>
            </a:r>
            <a:endParaRPr sz="5200"/>
          </a:p>
        </p:txBody>
      </p:sp>
      <p:sp>
        <p:nvSpPr>
          <p:cNvPr id="377" name="Google Shape;377;p52"/>
          <p:cNvSpPr/>
          <p:nvPr/>
        </p:nvSpPr>
        <p:spPr>
          <a:xfrm>
            <a:off x="-691411" y="865150"/>
            <a:ext cx="5724600" cy="5724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2"/>
          <p:cNvSpPr txBox="1"/>
          <p:nvPr>
            <p:ph idx="1" type="body"/>
          </p:nvPr>
        </p:nvSpPr>
        <p:spPr>
          <a:xfrm>
            <a:off x="345250" y="1759125"/>
            <a:ext cx="3405300" cy="2908800"/>
          </a:xfrm>
          <a:prstGeom prst="rect">
            <a:avLst/>
          </a:prstGeom>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SzPts val="1600"/>
              <a:buChar char="●"/>
            </a:pPr>
            <a:r>
              <a:rPr lang="en"/>
              <a:t>Build </a:t>
            </a:r>
            <a:r>
              <a:rPr lang="en"/>
              <a:t>fundamental</a:t>
            </a:r>
            <a:r>
              <a:rPr lang="en"/>
              <a:t> research skills</a:t>
            </a:r>
            <a:endParaRPr/>
          </a:p>
          <a:p>
            <a:pPr indent="-330200" lvl="0" marL="457200" marR="0" rtl="0" algn="l">
              <a:lnSpc>
                <a:spcPct val="100000"/>
              </a:lnSpc>
              <a:spcBef>
                <a:spcPts val="0"/>
              </a:spcBef>
              <a:spcAft>
                <a:spcPts val="0"/>
              </a:spcAft>
              <a:buSzPts val="1600"/>
              <a:buChar char="●"/>
            </a:pPr>
            <a:r>
              <a:rPr lang="en"/>
              <a:t>Find and explore your interest in science</a:t>
            </a:r>
            <a:endParaRPr/>
          </a:p>
          <a:p>
            <a:pPr indent="-330200" lvl="0" marL="457200" marR="0" rtl="0" algn="l">
              <a:lnSpc>
                <a:spcPct val="100000"/>
              </a:lnSpc>
              <a:spcBef>
                <a:spcPts val="0"/>
              </a:spcBef>
              <a:spcAft>
                <a:spcPts val="0"/>
              </a:spcAft>
              <a:buSzPts val="1600"/>
              <a:buChar char="●"/>
            </a:pPr>
            <a:r>
              <a:rPr lang="en"/>
              <a:t>Learn how to approach complex ideas</a:t>
            </a:r>
            <a:endParaRPr/>
          </a:p>
        </p:txBody>
      </p:sp>
      <p:grpSp>
        <p:nvGrpSpPr>
          <p:cNvPr id="379" name="Google Shape;379;p52"/>
          <p:cNvGrpSpPr/>
          <p:nvPr/>
        </p:nvGrpSpPr>
        <p:grpSpPr>
          <a:xfrm>
            <a:off x="3750675" y="1283800"/>
            <a:ext cx="7125699" cy="2743119"/>
            <a:chOff x="3750675" y="1647300"/>
            <a:chExt cx="7125699" cy="2743119"/>
          </a:xfrm>
        </p:grpSpPr>
        <p:sp>
          <p:nvSpPr>
            <p:cNvPr id="380" name="Google Shape;380;p52"/>
            <p:cNvSpPr/>
            <p:nvPr/>
          </p:nvSpPr>
          <p:spPr>
            <a:xfrm>
              <a:off x="4417350" y="4125419"/>
              <a:ext cx="6459024" cy="265000"/>
            </a:xfrm>
            <a:custGeom>
              <a:rect b="b" l="l" r="r" t="t"/>
              <a:pathLst>
                <a:path extrusionOk="0" h="10600" w="284038">
                  <a:moveTo>
                    <a:pt x="1" y="1"/>
                  </a:moveTo>
                  <a:lnTo>
                    <a:pt x="1" y="10600"/>
                  </a:lnTo>
                  <a:lnTo>
                    <a:pt x="284038" y="10600"/>
                  </a:lnTo>
                  <a:lnTo>
                    <a:pt x="28403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2"/>
            <p:cNvSpPr/>
            <p:nvPr/>
          </p:nvSpPr>
          <p:spPr>
            <a:xfrm>
              <a:off x="5814975" y="2149825"/>
              <a:ext cx="1124175" cy="839125"/>
            </a:xfrm>
            <a:custGeom>
              <a:rect b="b" l="l" r="r" t="t"/>
              <a:pathLst>
                <a:path extrusionOk="0" fill="none" h="33565" w="44967">
                  <a:moveTo>
                    <a:pt x="42879" y="17505"/>
                  </a:moveTo>
                  <a:lnTo>
                    <a:pt x="42879" y="7709"/>
                  </a:lnTo>
                  <a:cubicBezTo>
                    <a:pt x="42879" y="7709"/>
                    <a:pt x="44967" y="1178"/>
                    <a:pt x="36322" y="1178"/>
                  </a:cubicBezTo>
                  <a:lnTo>
                    <a:pt x="8351" y="1178"/>
                  </a:lnTo>
                  <a:cubicBezTo>
                    <a:pt x="8351" y="1178"/>
                    <a:pt x="1" y="0"/>
                    <a:pt x="1" y="6825"/>
                  </a:cubicBezTo>
                  <a:lnTo>
                    <a:pt x="1" y="33564"/>
                  </a:lnTo>
                </a:path>
              </a:pathLst>
            </a:custGeom>
            <a:noFill/>
            <a:ln cap="flat" cmpd="sng" w="25425">
              <a:solidFill>
                <a:schemeClr val="accent6"/>
              </a:solidFill>
              <a:prstDash val="solid"/>
              <a:miter lim="267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2"/>
            <p:cNvSpPr/>
            <p:nvPr/>
          </p:nvSpPr>
          <p:spPr>
            <a:xfrm>
              <a:off x="8177725" y="2843725"/>
              <a:ext cx="716000" cy="258975"/>
            </a:xfrm>
            <a:custGeom>
              <a:rect b="b" l="l" r="r" t="t"/>
              <a:pathLst>
                <a:path extrusionOk="0" fill="none" h="10359" w="28640">
                  <a:moveTo>
                    <a:pt x="28398" y="9448"/>
                  </a:moveTo>
                  <a:lnTo>
                    <a:pt x="28398" y="3801"/>
                  </a:lnTo>
                  <a:cubicBezTo>
                    <a:pt x="28398" y="3801"/>
                    <a:pt x="28639" y="562"/>
                    <a:pt x="24758" y="562"/>
                  </a:cubicBezTo>
                  <a:lnTo>
                    <a:pt x="5193" y="562"/>
                  </a:lnTo>
                  <a:cubicBezTo>
                    <a:pt x="5193" y="562"/>
                    <a:pt x="0" y="0"/>
                    <a:pt x="0" y="5193"/>
                  </a:cubicBezTo>
                  <a:lnTo>
                    <a:pt x="0" y="10358"/>
                  </a:lnTo>
                </a:path>
              </a:pathLst>
            </a:custGeom>
            <a:noFill/>
            <a:ln cap="flat" cmpd="sng" w="25425">
              <a:solidFill>
                <a:schemeClr val="accent6"/>
              </a:solidFill>
              <a:prstDash val="solid"/>
              <a:miter lim="267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2"/>
            <p:cNvSpPr/>
            <p:nvPr/>
          </p:nvSpPr>
          <p:spPr>
            <a:xfrm>
              <a:off x="8502400" y="3013675"/>
              <a:ext cx="782100" cy="1108250"/>
            </a:xfrm>
            <a:custGeom>
              <a:rect b="b" l="l" r="r" t="t"/>
              <a:pathLst>
                <a:path extrusionOk="0" h="44330" w="31284">
                  <a:moveTo>
                    <a:pt x="9122" y="1"/>
                  </a:moveTo>
                  <a:lnTo>
                    <a:pt x="9122" y="1794"/>
                  </a:lnTo>
                  <a:lnTo>
                    <a:pt x="10915" y="1794"/>
                  </a:lnTo>
                  <a:lnTo>
                    <a:pt x="10995" y="13276"/>
                  </a:lnTo>
                  <a:cubicBezTo>
                    <a:pt x="10995" y="13276"/>
                    <a:pt x="4518" y="30915"/>
                    <a:pt x="2029" y="38035"/>
                  </a:cubicBezTo>
                  <a:cubicBezTo>
                    <a:pt x="1" y="43774"/>
                    <a:pt x="3868" y="44330"/>
                    <a:pt x="5444" y="44330"/>
                  </a:cubicBezTo>
                  <a:cubicBezTo>
                    <a:pt x="5824" y="44330"/>
                    <a:pt x="6070" y="44298"/>
                    <a:pt x="6070" y="44298"/>
                  </a:cubicBezTo>
                  <a:lnTo>
                    <a:pt x="24994" y="44298"/>
                  </a:lnTo>
                  <a:cubicBezTo>
                    <a:pt x="31283" y="44298"/>
                    <a:pt x="29062" y="37366"/>
                    <a:pt x="29062" y="37366"/>
                  </a:cubicBezTo>
                  <a:lnTo>
                    <a:pt x="21434" y="13464"/>
                  </a:lnTo>
                  <a:lnTo>
                    <a:pt x="21434" y="1794"/>
                  </a:lnTo>
                  <a:lnTo>
                    <a:pt x="23066" y="1794"/>
                  </a:lnTo>
                  <a:lnTo>
                    <a:pt x="2306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2"/>
            <p:cNvSpPr/>
            <p:nvPr/>
          </p:nvSpPr>
          <p:spPr>
            <a:xfrm>
              <a:off x="7317875" y="1959125"/>
              <a:ext cx="585525" cy="632350"/>
            </a:xfrm>
            <a:custGeom>
              <a:rect b="b" l="l" r="r" t="t"/>
              <a:pathLst>
                <a:path extrusionOk="0" h="25294" w="23421">
                  <a:moveTo>
                    <a:pt x="23420" y="16889"/>
                  </a:moveTo>
                  <a:cubicBezTo>
                    <a:pt x="23420" y="14373"/>
                    <a:pt x="21627" y="12232"/>
                    <a:pt x="19164" y="11777"/>
                  </a:cubicBezTo>
                  <a:cubicBezTo>
                    <a:pt x="19272" y="11242"/>
                    <a:pt x="19325" y="10706"/>
                    <a:pt x="19325" y="10171"/>
                  </a:cubicBezTo>
                  <a:cubicBezTo>
                    <a:pt x="19325" y="6076"/>
                    <a:pt x="16675" y="2436"/>
                    <a:pt x="12767" y="1231"/>
                  </a:cubicBezTo>
                  <a:cubicBezTo>
                    <a:pt x="8886" y="0"/>
                    <a:pt x="4631" y="1472"/>
                    <a:pt x="2302" y="4845"/>
                  </a:cubicBezTo>
                  <a:cubicBezTo>
                    <a:pt x="0" y="8217"/>
                    <a:pt x="134" y="12687"/>
                    <a:pt x="2677" y="15899"/>
                  </a:cubicBezTo>
                  <a:cubicBezTo>
                    <a:pt x="5220" y="19111"/>
                    <a:pt x="9556" y="20288"/>
                    <a:pt x="13356" y="18816"/>
                  </a:cubicBezTo>
                  <a:cubicBezTo>
                    <a:pt x="14079" y="20636"/>
                    <a:pt x="15765" y="21868"/>
                    <a:pt x="17719" y="22055"/>
                  </a:cubicBezTo>
                  <a:cubicBezTo>
                    <a:pt x="17559" y="22376"/>
                    <a:pt x="17478" y="22724"/>
                    <a:pt x="17478" y="23072"/>
                  </a:cubicBezTo>
                  <a:cubicBezTo>
                    <a:pt x="17505" y="24303"/>
                    <a:pt x="18522" y="25294"/>
                    <a:pt x="19780" y="25294"/>
                  </a:cubicBezTo>
                  <a:cubicBezTo>
                    <a:pt x="21011" y="25294"/>
                    <a:pt x="22028" y="24303"/>
                    <a:pt x="22082" y="23072"/>
                  </a:cubicBezTo>
                  <a:cubicBezTo>
                    <a:pt x="22082" y="22323"/>
                    <a:pt x="21734" y="21600"/>
                    <a:pt x="21118" y="21198"/>
                  </a:cubicBezTo>
                  <a:cubicBezTo>
                    <a:pt x="22537" y="20235"/>
                    <a:pt x="23420" y="18602"/>
                    <a:pt x="23420" y="16889"/>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2"/>
            <p:cNvSpPr/>
            <p:nvPr/>
          </p:nvSpPr>
          <p:spPr>
            <a:xfrm>
              <a:off x="8943875" y="2263575"/>
              <a:ext cx="551400" cy="689225"/>
            </a:xfrm>
            <a:custGeom>
              <a:rect b="b" l="l" r="r" t="t"/>
              <a:pathLst>
                <a:path extrusionOk="0" h="27569" w="22056">
                  <a:moveTo>
                    <a:pt x="22056" y="7789"/>
                  </a:moveTo>
                  <a:cubicBezTo>
                    <a:pt x="22056" y="3426"/>
                    <a:pt x="18228" y="0"/>
                    <a:pt x="13892" y="536"/>
                  </a:cubicBezTo>
                  <a:cubicBezTo>
                    <a:pt x="9529" y="1071"/>
                    <a:pt x="6639" y="5300"/>
                    <a:pt x="7736" y="9556"/>
                  </a:cubicBezTo>
                  <a:cubicBezTo>
                    <a:pt x="4283" y="8699"/>
                    <a:pt x="857" y="11055"/>
                    <a:pt x="429" y="14588"/>
                  </a:cubicBezTo>
                  <a:cubicBezTo>
                    <a:pt x="1" y="18147"/>
                    <a:pt x="2758" y="21252"/>
                    <a:pt x="6317" y="21252"/>
                  </a:cubicBezTo>
                  <a:cubicBezTo>
                    <a:pt x="7308" y="21252"/>
                    <a:pt x="8271" y="21011"/>
                    <a:pt x="9128" y="20530"/>
                  </a:cubicBezTo>
                  <a:cubicBezTo>
                    <a:pt x="9369" y="22243"/>
                    <a:pt x="10734" y="23581"/>
                    <a:pt x="12447" y="23849"/>
                  </a:cubicBezTo>
                  <a:cubicBezTo>
                    <a:pt x="12152" y="24170"/>
                    <a:pt x="11992" y="24625"/>
                    <a:pt x="11992" y="25053"/>
                  </a:cubicBezTo>
                  <a:cubicBezTo>
                    <a:pt x="11992" y="26605"/>
                    <a:pt x="13651" y="27569"/>
                    <a:pt x="14990" y="26793"/>
                  </a:cubicBezTo>
                  <a:cubicBezTo>
                    <a:pt x="16301" y="26017"/>
                    <a:pt x="16301" y="24089"/>
                    <a:pt x="14936" y="23340"/>
                  </a:cubicBezTo>
                  <a:cubicBezTo>
                    <a:pt x="18389" y="21359"/>
                    <a:pt x="16970" y="16087"/>
                    <a:pt x="12982" y="16113"/>
                  </a:cubicBezTo>
                  <a:cubicBezTo>
                    <a:pt x="12714" y="16113"/>
                    <a:pt x="12447" y="16140"/>
                    <a:pt x="12206" y="16194"/>
                  </a:cubicBezTo>
                  <a:cubicBezTo>
                    <a:pt x="12233" y="15899"/>
                    <a:pt x="12259" y="15605"/>
                    <a:pt x="12259" y="15310"/>
                  </a:cubicBezTo>
                  <a:cubicBezTo>
                    <a:pt x="12259" y="15069"/>
                    <a:pt x="12259" y="14829"/>
                    <a:pt x="12206" y="14588"/>
                  </a:cubicBezTo>
                  <a:cubicBezTo>
                    <a:pt x="16970" y="16381"/>
                    <a:pt x="22029" y="12875"/>
                    <a:pt x="22056" y="7789"/>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2"/>
            <p:cNvSpPr/>
            <p:nvPr/>
          </p:nvSpPr>
          <p:spPr>
            <a:xfrm>
              <a:off x="4599825" y="1647300"/>
              <a:ext cx="792275" cy="883275"/>
            </a:xfrm>
            <a:custGeom>
              <a:rect b="b" l="l" r="r" t="t"/>
              <a:pathLst>
                <a:path extrusionOk="0" h="35331" w="31691">
                  <a:moveTo>
                    <a:pt x="21520" y="27"/>
                  </a:moveTo>
                  <a:cubicBezTo>
                    <a:pt x="15578" y="0"/>
                    <a:pt x="11135" y="5487"/>
                    <a:pt x="12419" y="11295"/>
                  </a:cubicBezTo>
                  <a:cubicBezTo>
                    <a:pt x="8003" y="9770"/>
                    <a:pt x="3212" y="12072"/>
                    <a:pt x="1606" y="16461"/>
                  </a:cubicBezTo>
                  <a:cubicBezTo>
                    <a:pt x="0" y="20824"/>
                    <a:pt x="2222" y="25695"/>
                    <a:pt x="6558" y="27381"/>
                  </a:cubicBezTo>
                  <a:cubicBezTo>
                    <a:pt x="5139" y="29496"/>
                    <a:pt x="5942" y="32387"/>
                    <a:pt x="8244" y="33484"/>
                  </a:cubicBezTo>
                  <a:cubicBezTo>
                    <a:pt x="8351" y="35090"/>
                    <a:pt x="10626" y="35331"/>
                    <a:pt x="11081" y="33778"/>
                  </a:cubicBezTo>
                  <a:cubicBezTo>
                    <a:pt x="12982" y="33323"/>
                    <a:pt x="14320" y="31637"/>
                    <a:pt x="14320" y="29683"/>
                  </a:cubicBezTo>
                  <a:cubicBezTo>
                    <a:pt x="14320" y="28747"/>
                    <a:pt x="13999" y="27837"/>
                    <a:pt x="13437" y="27114"/>
                  </a:cubicBezTo>
                  <a:cubicBezTo>
                    <a:pt x="16381" y="25695"/>
                    <a:pt x="18281" y="22697"/>
                    <a:pt x="18281" y="19405"/>
                  </a:cubicBezTo>
                  <a:cubicBezTo>
                    <a:pt x="18281" y="18950"/>
                    <a:pt x="18228" y="18469"/>
                    <a:pt x="18147" y="17987"/>
                  </a:cubicBezTo>
                  <a:cubicBezTo>
                    <a:pt x="23554" y="20074"/>
                    <a:pt x="29549" y="16729"/>
                    <a:pt x="30620" y="11028"/>
                  </a:cubicBezTo>
                  <a:cubicBezTo>
                    <a:pt x="31691" y="5327"/>
                    <a:pt x="27328" y="54"/>
                    <a:pt x="21520" y="2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2"/>
            <p:cNvSpPr/>
            <p:nvPr/>
          </p:nvSpPr>
          <p:spPr>
            <a:xfrm>
              <a:off x="8510275" y="3320800"/>
              <a:ext cx="113775" cy="60925"/>
            </a:xfrm>
            <a:custGeom>
              <a:rect b="b" l="l" r="r" t="t"/>
              <a:pathLst>
                <a:path extrusionOk="0" h="2437" w="4551">
                  <a:moveTo>
                    <a:pt x="1186" y="0"/>
                  </a:moveTo>
                  <a:cubicBezTo>
                    <a:pt x="537" y="0"/>
                    <a:pt x="1" y="552"/>
                    <a:pt x="1" y="1206"/>
                  </a:cubicBezTo>
                  <a:cubicBezTo>
                    <a:pt x="1" y="1901"/>
                    <a:pt x="563" y="2437"/>
                    <a:pt x="1232" y="2437"/>
                  </a:cubicBezTo>
                  <a:lnTo>
                    <a:pt x="3320" y="2437"/>
                  </a:lnTo>
                  <a:cubicBezTo>
                    <a:pt x="3989" y="2437"/>
                    <a:pt x="4551" y="1901"/>
                    <a:pt x="4551" y="1206"/>
                  </a:cubicBezTo>
                  <a:cubicBezTo>
                    <a:pt x="4551" y="552"/>
                    <a:pt x="4014" y="0"/>
                    <a:pt x="3365" y="0"/>
                  </a:cubicBezTo>
                  <a:cubicBezTo>
                    <a:pt x="3350" y="0"/>
                    <a:pt x="3335" y="0"/>
                    <a:pt x="3320" y="1"/>
                  </a:cubicBezTo>
                  <a:lnTo>
                    <a:pt x="1232" y="1"/>
                  </a:lnTo>
                  <a:cubicBezTo>
                    <a:pt x="1216" y="0"/>
                    <a:pt x="1201" y="0"/>
                    <a:pt x="1186" y="0"/>
                  </a:cubicBezTo>
                  <a:close/>
                </a:path>
              </a:pathLst>
            </a:custGeom>
            <a:solidFill>
              <a:srgbClr val="B0B8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2"/>
            <p:cNvSpPr/>
            <p:nvPr/>
          </p:nvSpPr>
          <p:spPr>
            <a:xfrm>
              <a:off x="6984963" y="3341663"/>
              <a:ext cx="823075" cy="792225"/>
            </a:xfrm>
            <a:custGeom>
              <a:rect b="b" l="l" r="r" t="t"/>
              <a:pathLst>
                <a:path extrusionOk="0" h="31689" w="32923">
                  <a:moveTo>
                    <a:pt x="16462" y="1"/>
                  </a:moveTo>
                  <a:cubicBezTo>
                    <a:pt x="7468" y="1"/>
                    <a:pt x="135" y="7228"/>
                    <a:pt x="1" y="16221"/>
                  </a:cubicBezTo>
                  <a:cubicBezTo>
                    <a:pt x="1" y="22645"/>
                    <a:pt x="4337" y="27971"/>
                    <a:pt x="9315" y="31343"/>
                  </a:cubicBezTo>
                  <a:cubicBezTo>
                    <a:pt x="9577" y="31509"/>
                    <a:pt x="12928" y="31688"/>
                    <a:pt x="16409" y="31688"/>
                  </a:cubicBezTo>
                  <a:cubicBezTo>
                    <a:pt x="19686" y="31688"/>
                    <a:pt x="23078" y="31529"/>
                    <a:pt x="24117" y="31049"/>
                  </a:cubicBezTo>
                  <a:cubicBezTo>
                    <a:pt x="29657" y="28399"/>
                    <a:pt x="32923" y="22752"/>
                    <a:pt x="32923" y="16221"/>
                  </a:cubicBezTo>
                  <a:cubicBezTo>
                    <a:pt x="32789" y="7228"/>
                    <a:pt x="25455" y="1"/>
                    <a:pt x="1646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2"/>
            <p:cNvSpPr/>
            <p:nvPr/>
          </p:nvSpPr>
          <p:spPr>
            <a:xfrm>
              <a:off x="7238900" y="2687800"/>
              <a:ext cx="263675" cy="713325"/>
            </a:xfrm>
            <a:custGeom>
              <a:rect b="b" l="l" r="r" t="t"/>
              <a:pathLst>
                <a:path extrusionOk="0" h="28533" w="10547">
                  <a:moveTo>
                    <a:pt x="1" y="1"/>
                  </a:moveTo>
                  <a:lnTo>
                    <a:pt x="1" y="28533"/>
                  </a:lnTo>
                  <a:lnTo>
                    <a:pt x="10547" y="28533"/>
                  </a:lnTo>
                  <a:lnTo>
                    <a:pt x="1054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2"/>
            <p:cNvSpPr/>
            <p:nvPr/>
          </p:nvSpPr>
          <p:spPr>
            <a:xfrm>
              <a:off x="7198750" y="2620900"/>
              <a:ext cx="343975" cy="74300"/>
            </a:xfrm>
            <a:custGeom>
              <a:rect b="b" l="l" r="r" t="t"/>
              <a:pathLst>
                <a:path extrusionOk="0" h="2972" w="13759">
                  <a:moveTo>
                    <a:pt x="1473" y="0"/>
                  </a:moveTo>
                  <a:cubicBezTo>
                    <a:pt x="670" y="0"/>
                    <a:pt x="1" y="669"/>
                    <a:pt x="1" y="1499"/>
                  </a:cubicBezTo>
                  <a:cubicBezTo>
                    <a:pt x="1" y="2302"/>
                    <a:pt x="670" y="2971"/>
                    <a:pt x="1473" y="2971"/>
                  </a:cubicBezTo>
                  <a:lnTo>
                    <a:pt x="12286" y="2971"/>
                  </a:lnTo>
                  <a:cubicBezTo>
                    <a:pt x="13089" y="2971"/>
                    <a:pt x="13758" y="2302"/>
                    <a:pt x="13758" y="1499"/>
                  </a:cubicBezTo>
                  <a:cubicBezTo>
                    <a:pt x="13758" y="669"/>
                    <a:pt x="13089" y="0"/>
                    <a:pt x="122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2"/>
            <p:cNvSpPr/>
            <p:nvPr/>
          </p:nvSpPr>
          <p:spPr>
            <a:xfrm>
              <a:off x="8357050" y="3352900"/>
              <a:ext cx="420900" cy="769750"/>
            </a:xfrm>
            <a:custGeom>
              <a:rect b="b" l="l" r="r" t="t"/>
              <a:pathLst>
                <a:path extrusionOk="0" h="30790" w="16836">
                  <a:moveTo>
                    <a:pt x="5598" y="1"/>
                  </a:moveTo>
                  <a:cubicBezTo>
                    <a:pt x="4602" y="1"/>
                    <a:pt x="4594" y="1530"/>
                    <a:pt x="5574" y="1530"/>
                  </a:cubicBezTo>
                  <a:cubicBezTo>
                    <a:pt x="5598" y="1530"/>
                    <a:pt x="5623" y="1529"/>
                    <a:pt x="5648" y="1527"/>
                  </a:cubicBezTo>
                  <a:lnTo>
                    <a:pt x="5701" y="1527"/>
                  </a:lnTo>
                  <a:lnTo>
                    <a:pt x="5701" y="14884"/>
                  </a:lnTo>
                  <a:cubicBezTo>
                    <a:pt x="2302" y="16034"/>
                    <a:pt x="0" y="19246"/>
                    <a:pt x="0" y="22860"/>
                  </a:cubicBezTo>
                  <a:cubicBezTo>
                    <a:pt x="0" y="26125"/>
                    <a:pt x="2195" y="28882"/>
                    <a:pt x="4765" y="30595"/>
                  </a:cubicBezTo>
                  <a:cubicBezTo>
                    <a:pt x="4890" y="30692"/>
                    <a:pt x="6629" y="30789"/>
                    <a:pt x="8427" y="30789"/>
                  </a:cubicBezTo>
                  <a:cubicBezTo>
                    <a:pt x="10094" y="30789"/>
                    <a:pt x="11811" y="30706"/>
                    <a:pt x="12339" y="30461"/>
                  </a:cubicBezTo>
                  <a:cubicBezTo>
                    <a:pt x="15176" y="29096"/>
                    <a:pt x="16836" y="26205"/>
                    <a:pt x="16836" y="22860"/>
                  </a:cubicBezTo>
                  <a:cubicBezTo>
                    <a:pt x="16836" y="19246"/>
                    <a:pt x="14534" y="16034"/>
                    <a:pt x="11135" y="14884"/>
                  </a:cubicBezTo>
                  <a:lnTo>
                    <a:pt x="11135" y="1527"/>
                  </a:lnTo>
                  <a:lnTo>
                    <a:pt x="11188" y="1527"/>
                  </a:lnTo>
                  <a:cubicBezTo>
                    <a:pt x="11214" y="1529"/>
                    <a:pt x="11238" y="1530"/>
                    <a:pt x="11262" y="1530"/>
                  </a:cubicBezTo>
                  <a:cubicBezTo>
                    <a:pt x="12242" y="1530"/>
                    <a:pt x="12234" y="1"/>
                    <a:pt x="11239" y="1"/>
                  </a:cubicBezTo>
                  <a:cubicBezTo>
                    <a:pt x="11222" y="1"/>
                    <a:pt x="11205" y="1"/>
                    <a:pt x="11188" y="2"/>
                  </a:cubicBezTo>
                  <a:lnTo>
                    <a:pt x="5648" y="2"/>
                  </a:lnTo>
                  <a:cubicBezTo>
                    <a:pt x="5631" y="1"/>
                    <a:pt x="5614" y="1"/>
                    <a:pt x="55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2"/>
            <p:cNvSpPr/>
            <p:nvPr/>
          </p:nvSpPr>
          <p:spPr>
            <a:xfrm>
              <a:off x="5398100" y="3508850"/>
              <a:ext cx="471775" cy="608925"/>
            </a:xfrm>
            <a:custGeom>
              <a:rect b="b" l="l" r="r" t="t"/>
              <a:pathLst>
                <a:path extrusionOk="0" h="24357" w="18871">
                  <a:moveTo>
                    <a:pt x="1" y="0"/>
                  </a:moveTo>
                  <a:lnTo>
                    <a:pt x="1" y="24357"/>
                  </a:lnTo>
                  <a:lnTo>
                    <a:pt x="18870" y="24357"/>
                  </a:lnTo>
                  <a:lnTo>
                    <a:pt x="18870" y="0"/>
                  </a:lnTo>
                  <a:close/>
                </a:path>
              </a:pathLst>
            </a:custGeom>
            <a:solidFill>
              <a:srgbClr val="E6F0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2"/>
            <p:cNvSpPr/>
            <p:nvPr/>
          </p:nvSpPr>
          <p:spPr>
            <a:xfrm>
              <a:off x="6363675" y="3320825"/>
              <a:ext cx="503875" cy="794275"/>
            </a:xfrm>
            <a:custGeom>
              <a:rect b="b" l="l" r="r" t="t"/>
              <a:pathLst>
                <a:path extrusionOk="0" h="31771" w="20155">
                  <a:moveTo>
                    <a:pt x="2383" y="0"/>
                  </a:moveTo>
                  <a:cubicBezTo>
                    <a:pt x="1071" y="0"/>
                    <a:pt x="0" y="1044"/>
                    <a:pt x="0" y="2355"/>
                  </a:cubicBezTo>
                  <a:lnTo>
                    <a:pt x="0" y="29389"/>
                  </a:lnTo>
                  <a:cubicBezTo>
                    <a:pt x="0" y="30700"/>
                    <a:pt x="1071" y="31771"/>
                    <a:pt x="2383" y="31771"/>
                  </a:cubicBezTo>
                  <a:lnTo>
                    <a:pt x="17746" y="31771"/>
                  </a:lnTo>
                  <a:cubicBezTo>
                    <a:pt x="19058" y="31771"/>
                    <a:pt x="20128" y="30700"/>
                    <a:pt x="20128" y="29389"/>
                  </a:cubicBezTo>
                  <a:lnTo>
                    <a:pt x="20155" y="2382"/>
                  </a:lnTo>
                  <a:cubicBezTo>
                    <a:pt x="20155" y="1071"/>
                    <a:pt x="19084" y="0"/>
                    <a:pt x="177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2"/>
            <p:cNvSpPr/>
            <p:nvPr/>
          </p:nvSpPr>
          <p:spPr>
            <a:xfrm>
              <a:off x="5805025" y="3390400"/>
              <a:ext cx="518525" cy="731250"/>
            </a:xfrm>
            <a:custGeom>
              <a:rect b="b" l="l" r="r" t="t"/>
              <a:pathLst>
                <a:path extrusionOk="0" h="29250" w="20741">
                  <a:moveTo>
                    <a:pt x="7331" y="1"/>
                  </a:moveTo>
                  <a:cubicBezTo>
                    <a:pt x="5886" y="27"/>
                    <a:pt x="5805" y="2142"/>
                    <a:pt x="7251" y="2276"/>
                  </a:cubicBezTo>
                  <a:lnTo>
                    <a:pt x="7304" y="8673"/>
                  </a:lnTo>
                  <a:cubicBezTo>
                    <a:pt x="7304" y="8673"/>
                    <a:pt x="3022" y="20369"/>
                    <a:pt x="1362" y="25080"/>
                  </a:cubicBezTo>
                  <a:cubicBezTo>
                    <a:pt x="1" y="28883"/>
                    <a:pt x="2582" y="29250"/>
                    <a:pt x="3627" y="29250"/>
                  </a:cubicBezTo>
                  <a:cubicBezTo>
                    <a:pt x="3877" y="29250"/>
                    <a:pt x="4039" y="29229"/>
                    <a:pt x="4039" y="29229"/>
                  </a:cubicBezTo>
                  <a:lnTo>
                    <a:pt x="16565" y="29229"/>
                  </a:lnTo>
                  <a:cubicBezTo>
                    <a:pt x="20740" y="29229"/>
                    <a:pt x="19268" y="24652"/>
                    <a:pt x="19268" y="24652"/>
                  </a:cubicBezTo>
                  <a:lnTo>
                    <a:pt x="14210" y="8807"/>
                  </a:lnTo>
                  <a:lnTo>
                    <a:pt x="14210" y="2276"/>
                  </a:lnTo>
                  <a:cubicBezTo>
                    <a:pt x="15601" y="2062"/>
                    <a:pt x="15468" y="27"/>
                    <a:pt x="14049" y="1"/>
                  </a:cubicBezTo>
                  <a:close/>
                </a:path>
              </a:pathLst>
            </a:custGeom>
            <a:solidFill>
              <a:srgbClr val="3835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2"/>
            <p:cNvSpPr/>
            <p:nvPr/>
          </p:nvSpPr>
          <p:spPr>
            <a:xfrm>
              <a:off x="6084975" y="3371000"/>
              <a:ext cx="532325" cy="751375"/>
            </a:xfrm>
            <a:custGeom>
              <a:rect b="b" l="l" r="r" t="t"/>
              <a:pathLst>
                <a:path extrusionOk="0" h="30055" w="21293">
                  <a:moveTo>
                    <a:pt x="7508" y="1"/>
                  </a:moveTo>
                  <a:cubicBezTo>
                    <a:pt x="6090" y="81"/>
                    <a:pt x="6009" y="2142"/>
                    <a:pt x="7401" y="2356"/>
                  </a:cubicBezTo>
                  <a:lnTo>
                    <a:pt x="7482" y="8913"/>
                  </a:lnTo>
                  <a:cubicBezTo>
                    <a:pt x="7482" y="8913"/>
                    <a:pt x="3092" y="20904"/>
                    <a:pt x="1379" y="25776"/>
                  </a:cubicBezTo>
                  <a:cubicBezTo>
                    <a:pt x="1" y="29673"/>
                    <a:pt x="2624" y="30054"/>
                    <a:pt x="3703" y="30054"/>
                  </a:cubicBezTo>
                  <a:cubicBezTo>
                    <a:pt x="3965" y="30054"/>
                    <a:pt x="4136" y="30032"/>
                    <a:pt x="4136" y="30032"/>
                  </a:cubicBezTo>
                  <a:lnTo>
                    <a:pt x="17010" y="30032"/>
                  </a:lnTo>
                  <a:cubicBezTo>
                    <a:pt x="21293" y="30005"/>
                    <a:pt x="19767" y="25294"/>
                    <a:pt x="19767" y="25294"/>
                  </a:cubicBezTo>
                  <a:lnTo>
                    <a:pt x="14574" y="9047"/>
                  </a:lnTo>
                  <a:lnTo>
                    <a:pt x="14574" y="2356"/>
                  </a:lnTo>
                  <a:cubicBezTo>
                    <a:pt x="16020" y="2115"/>
                    <a:pt x="15859" y="27"/>
                    <a:pt x="1441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2"/>
            <p:cNvSpPr/>
            <p:nvPr/>
          </p:nvSpPr>
          <p:spPr>
            <a:xfrm>
              <a:off x="6170300" y="3677475"/>
              <a:ext cx="380100" cy="414875"/>
            </a:xfrm>
            <a:custGeom>
              <a:rect b="b" l="l" r="r" t="t"/>
              <a:pathLst>
                <a:path extrusionOk="0" h="16595" w="15204">
                  <a:moveTo>
                    <a:pt x="5273" y="0"/>
                  </a:moveTo>
                  <a:lnTo>
                    <a:pt x="2275" y="9422"/>
                  </a:lnTo>
                  <a:lnTo>
                    <a:pt x="803" y="14025"/>
                  </a:lnTo>
                  <a:cubicBezTo>
                    <a:pt x="803" y="14025"/>
                    <a:pt x="0" y="16595"/>
                    <a:pt x="2570" y="16595"/>
                  </a:cubicBezTo>
                  <a:lnTo>
                    <a:pt x="13410" y="16595"/>
                  </a:lnTo>
                  <a:cubicBezTo>
                    <a:pt x="13410" y="16595"/>
                    <a:pt x="15203" y="16515"/>
                    <a:pt x="14480" y="13758"/>
                  </a:cubicBezTo>
                  <a:cubicBezTo>
                    <a:pt x="14239" y="12901"/>
                    <a:pt x="13731" y="11269"/>
                    <a:pt x="13142" y="9422"/>
                  </a:cubicBezTo>
                  <a:cubicBezTo>
                    <a:pt x="11804" y="5273"/>
                    <a:pt x="10011" y="54"/>
                    <a:pt x="10011" y="54"/>
                  </a:cubicBezTo>
                  <a:lnTo>
                    <a:pt x="527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2"/>
            <p:cNvSpPr/>
            <p:nvPr/>
          </p:nvSpPr>
          <p:spPr>
            <a:xfrm>
              <a:off x="5819825" y="3204375"/>
              <a:ext cx="649600" cy="918125"/>
            </a:xfrm>
            <a:custGeom>
              <a:rect b="b" l="l" r="r" t="t"/>
              <a:pathLst>
                <a:path extrusionOk="0" h="36725" w="25984">
                  <a:moveTo>
                    <a:pt x="9175" y="1"/>
                  </a:moveTo>
                  <a:cubicBezTo>
                    <a:pt x="7355" y="28"/>
                    <a:pt x="7247" y="2704"/>
                    <a:pt x="9068" y="2865"/>
                  </a:cubicBezTo>
                  <a:lnTo>
                    <a:pt x="9121" y="10894"/>
                  </a:lnTo>
                  <a:cubicBezTo>
                    <a:pt x="9121" y="10894"/>
                    <a:pt x="3768" y="25562"/>
                    <a:pt x="1680" y="31477"/>
                  </a:cubicBezTo>
                  <a:cubicBezTo>
                    <a:pt x="1" y="36257"/>
                    <a:pt x="3205" y="36724"/>
                    <a:pt x="4523" y="36724"/>
                  </a:cubicBezTo>
                  <a:cubicBezTo>
                    <a:pt x="4844" y="36724"/>
                    <a:pt x="5053" y="36697"/>
                    <a:pt x="5053" y="36697"/>
                  </a:cubicBezTo>
                  <a:lnTo>
                    <a:pt x="20764" y="36697"/>
                  </a:lnTo>
                  <a:cubicBezTo>
                    <a:pt x="25983" y="36670"/>
                    <a:pt x="24137" y="30915"/>
                    <a:pt x="24137" y="30915"/>
                  </a:cubicBezTo>
                  <a:lnTo>
                    <a:pt x="17793" y="11055"/>
                  </a:lnTo>
                  <a:lnTo>
                    <a:pt x="17793" y="2865"/>
                  </a:lnTo>
                  <a:cubicBezTo>
                    <a:pt x="19560" y="2624"/>
                    <a:pt x="19399" y="1"/>
                    <a:pt x="17606" y="1"/>
                  </a:cubicBezTo>
                  <a:close/>
                </a:path>
              </a:pathLst>
            </a:custGeom>
            <a:solidFill>
              <a:srgbClr val="627E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2"/>
            <p:cNvSpPr/>
            <p:nvPr/>
          </p:nvSpPr>
          <p:spPr>
            <a:xfrm>
              <a:off x="5924050" y="3579100"/>
              <a:ext cx="463725" cy="505900"/>
            </a:xfrm>
            <a:custGeom>
              <a:rect b="b" l="l" r="r" t="t"/>
              <a:pathLst>
                <a:path extrusionOk="0" h="20236" w="18549">
                  <a:moveTo>
                    <a:pt x="6424" y="1"/>
                  </a:moveTo>
                  <a:lnTo>
                    <a:pt x="2784" y="11483"/>
                  </a:lnTo>
                  <a:lnTo>
                    <a:pt x="964" y="17131"/>
                  </a:lnTo>
                  <a:cubicBezTo>
                    <a:pt x="964" y="17131"/>
                    <a:pt x="0" y="20235"/>
                    <a:pt x="3132" y="20235"/>
                  </a:cubicBezTo>
                  <a:lnTo>
                    <a:pt x="16381" y="20235"/>
                  </a:lnTo>
                  <a:cubicBezTo>
                    <a:pt x="16381" y="20235"/>
                    <a:pt x="18549" y="20155"/>
                    <a:pt x="17666" y="16809"/>
                  </a:cubicBezTo>
                  <a:cubicBezTo>
                    <a:pt x="17398" y="15766"/>
                    <a:pt x="16756" y="13758"/>
                    <a:pt x="16033" y="11483"/>
                  </a:cubicBezTo>
                  <a:cubicBezTo>
                    <a:pt x="14374" y="6424"/>
                    <a:pt x="12206" y="81"/>
                    <a:pt x="12206" y="81"/>
                  </a:cubicBezTo>
                  <a:lnTo>
                    <a:pt x="642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2"/>
            <p:cNvSpPr/>
            <p:nvPr/>
          </p:nvSpPr>
          <p:spPr>
            <a:xfrm>
              <a:off x="8090725" y="3085950"/>
              <a:ext cx="169325" cy="52225"/>
            </a:xfrm>
            <a:custGeom>
              <a:rect b="b" l="l" r="r" t="t"/>
              <a:pathLst>
                <a:path extrusionOk="0" h="2089" w="6773">
                  <a:moveTo>
                    <a:pt x="1" y="0"/>
                  </a:moveTo>
                  <a:lnTo>
                    <a:pt x="1" y="803"/>
                  </a:lnTo>
                  <a:lnTo>
                    <a:pt x="1232" y="803"/>
                  </a:lnTo>
                  <a:lnTo>
                    <a:pt x="1232" y="2088"/>
                  </a:lnTo>
                  <a:lnTo>
                    <a:pt x="5541" y="2088"/>
                  </a:lnTo>
                  <a:lnTo>
                    <a:pt x="5541" y="803"/>
                  </a:lnTo>
                  <a:lnTo>
                    <a:pt x="6772" y="803"/>
                  </a:lnTo>
                  <a:lnTo>
                    <a:pt x="677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2"/>
            <p:cNvSpPr/>
            <p:nvPr/>
          </p:nvSpPr>
          <p:spPr>
            <a:xfrm>
              <a:off x="5068875" y="3234500"/>
              <a:ext cx="773550" cy="881275"/>
            </a:xfrm>
            <a:custGeom>
              <a:rect b="b" l="l" r="r" t="t"/>
              <a:pathLst>
                <a:path extrusionOk="0" h="35251" w="30942">
                  <a:moveTo>
                    <a:pt x="1" y="0"/>
                  </a:moveTo>
                  <a:cubicBezTo>
                    <a:pt x="1232" y="803"/>
                    <a:pt x="4203" y="3105"/>
                    <a:pt x="4203" y="6879"/>
                  </a:cubicBezTo>
                  <a:lnTo>
                    <a:pt x="4203" y="35251"/>
                  </a:lnTo>
                  <a:lnTo>
                    <a:pt x="28265" y="35251"/>
                  </a:lnTo>
                  <a:lnTo>
                    <a:pt x="28265" y="6745"/>
                  </a:lnTo>
                  <a:cubicBezTo>
                    <a:pt x="28265" y="6719"/>
                    <a:pt x="27891" y="2650"/>
                    <a:pt x="3094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2"/>
            <p:cNvSpPr/>
            <p:nvPr/>
          </p:nvSpPr>
          <p:spPr>
            <a:xfrm>
              <a:off x="6735725" y="3041125"/>
              <a:ext cx="52200" cy="168625"/>
            </a:xfrm>
            <a:custGeom>
              <a:rect b="b" l="l" r="r" t="t"/>
              <a:pathLst>
                <a:path extrusionOk="0" h="6745" w="2088">
                  <a:moveTo>
                    <a:pt x="0" y="0"/>
                  </a:moveTo>
                  <a:lnTo>
                    <a:pt x="0" y="6745"/>
                  </a:lnTo>
                  <a:lnTo>
                    <a:pt x="830" y="6745"/>
                  </a:lnTo>
                  <a:lnTo>
                    <a:pt x="830" y="5541"/>
                  </a:lnTo>
                  <a:lnTo>
                    <a:pt x="2088" y="5541"/>
                  </a:lnTo>
                  <a:lnTo>
                    <a:pt x="2088" y="1231"/>
                  </a:lnTo>
                  <a:lnTo>
                    <a:pt x="830" y="1231"/>
                  </a:lnTo>
                  <a:lnTo>
                    <a:pt x="830" y="0"/>
                  </a:lnTo>
                  <a:close/>
                </a:path>
              </a:pathLst>
            </a:custGeom>
            <a:solidFill>
              <a:srgbClr val="B0B8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2"/>
            <p:cNvSpPr/>
            <p:nvPr/>
          </p:nvSpPr>
          <p:spPr>
            <a:xfrm>
              <a:off x="6515575" y="2675775"/>
              <a:ext cx="735400" cy="1454725"/>
            </a:xfrm>
            <a:custGeom>
              <a:rect b="b" l="l" r="r" t="t"/>
              <a:pathLst>
                <a:path extrusionOk="0" h="58189" w="29416">
                  <a:moveTo>
                    <a:pt x="19432" y="30111"/>
                  </a:moveTo>
                  <a:lnTo>
                    <a:pt x="19432" y="0"/>
                  </a:lnTo>
                  <a:lnTo>
                    <a:pt x="9984" y="0"/>
                  </a:lnTo>
                  <a:lnTo>
                    <a:pt x="9984" y="30111"/>
                  </a:lnTo>
                  <a:cubicBezTo>
                    <a:pt x="4015" y="32119"/>
                    <a:pt x="0" y="37713"/>
                    <a:pt x="0" y="44003"/>
                  </a:cubicBezTo>
                  <a:cubicBezTo>
                    <a:pt x="0" y="49757"/>
                    <a:pt x="3854" y="54548"/>
                    <a:pt x="8324" y="57546"/>
                  </a:cubicBezTo>
                  <a:cubicBezTo>
                    <a:pt x="8753" y="57841"/>
                    <a:pt x="19646" y="58189"/>
                    <a:pt x="21547" y="57305"/>
                  </a:cubicBezTo>
                  <a:cubicBezTo>
                    <a:pt x="26525" y="54923"/>
                    <a:pt x="29416" y="49864"/>
                    <a:pt x="29416" y="44003"/>
                  </a:cubicBezTo>
                  <a:cubicBezTo>
                    <a:pt x="29416" y="37713"/>
                    <a:pt x="25401" y="32119"/>
                    <a:pt x="19432" y="3011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2"/>
            <p:cNvSpPr/>
            <p:nvPr/>
          </p:nvSpPr>
          <p:spPr>
            <a:xfrm>
              <a:off x="6765150" y="2566700"/>
              <a:ext cx="236250" cy="101050"/>
            </a:xfrm>
            <a:custGeom>
              <a:rect b="b" l="l" r="r" t="t"/>
              <a:pathLst>
                <a:path extrusionOk="0" h="4042" w="9450">
                  <a:moveTo>
                    <a:pt x="1" y="0"/>
                  </a:moveTo>
                  <a:lnTo>
                    <a:pt x="1" y="4042"/>
                  </a:lnTo>
                  <a:lnTo>
                    <a:pt x="9449" y="4042"/>
                  </a:lnTo>
                  <a:lnTo>
                    <a:pt x="944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2"/>
            <p:cNvSpPr/>
            <p:nvPr/>
          </p:nvSpPr>
          <p:spPr>
            <a:xfrm>
              <a:off x="6570429" y="3792550"/>
              <a:ext cx="640375" cy="289775"/>
            </a:xfrm>
            <a:custGeom>
              <a:rect b="b" l="l" r="r" t="t"/>
              <a:pathLst>
                <a:path extrusionOk="0" h="11591" w="25615">
                  <a:moveTo>
                    <a:pt x="0" y="1"/>
                  </a:moveTo>
                  <a:cubicBezTo>
                    <a:pt x="0" y="6398"/>
                    <a:pt x="5728" y="11590"/>
                    <a:pt x="12794" y="11590"/>
                  </a:cubicBezTo>
                  <a:cubicBezTo>
                    <a:pt x="19860" y="11590"/>
                    <a:pt x="25615" y="6398"/>
                    <a:pt x="256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2"/>
            <p:cNvSpPr/>
            <p:nvPr/>
          </p:nvSpPr>
          <p:spPr>
            <a:xfrm>
              <a:off x="4891164" y="3471375"/>
              <a:ext cx="659800" cy="653100"/>
            </a:xfrm>
            <a:custGeom>
              <a:rect b="b" l="l" r="r" t="t"/>
              <a:pathLst>
                <a:path extrusionOk="0" h="26124" w="26392">
                  <a:moveTo>
                    <a:pt x="1" y="0"/>
                  </a:moveTo>
                  <a:lnTo>
                    <a:pt x="1" y="23768"/>
                  </a:lnTo>
                  <a:cubicBezTo>
                    <a:pt x="1" y="25080"/>
                    <a:pt x="1045" y="26124"/>
                    <a:pt x="2383" y="26124"/>
                  </a:cubicBezTo>
                  <a:lnTo>
                    <a:pt x="20129" y="26124"/>
                  </a:lnTo>
                  <a:cubicBezTo>
                    <a:pt x="21440" y="26124"/>
                    <a:pt x="22511" y="25080"/>
                    <a:pt x="22511" y="23768"/>
                  </a:cubicBezTo>
                  <a:lnTo>
                    <a:pt x="22511" y="4470"/>
                  </a:lnTo>
                  <a:lnTo>
                    <a:pt x="2639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2"/>
            <p:cNvSpPr/>
            <p:nvPr/>
          </p:nvSpPr>
          <p:spPr>
            <a:xfrm>
              <a:off x="4934400" y="3746400"/>
              <a:ext cx="479125" cy="331900"/>
            </a:xfrm>
            <a:custGeom>
              <a:rect b="b" l="l" r="r" t="t"/>
              <a:pathLst>
                <a:path extrusionOk="0" h="13276" w="19165">
                  <a:moveTo>
                    <a:pt x="0" y="0"/>
                  </a:moveTo>
                  <a:lnTo>
                    <a:pt x="0" y="10894"/>
                  </a:lnTo>
                  <a:cubicBezTo>
                    <a:pt x="0" y="12205"/>
                    <a:pt x="1071" y="13276"/>
                    <a:pt x="2382" y="13276"/>
                  </a:cubicBezTo>
                  <a:lnTo>
                    <a:pt x="16782" y="13276"/>
                  </a:lnTo>
                  <a:cubicBezTo>
                    <a:pt x="18094" y="13276"/>
                    <a:pt x="19137" y="12205"/>
                    <a:pt x="19164" y="10894"/>
                  </a:cubicBezTo>
                  <a:lnTo>
                    <a:pt x="19164"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2"/>
            <p:cNvSpPr/>
            <p:nvPr/>
          </p:nvSpPr>
          <p:spPr>
            <a:xfrm>
              <a:off x="7849175" y="3148625"/>
              <a:ext cx="651100" cy="973950"/>
            </a:xfrm>
            <a:custGeom>
              <a:rect b="b" l="l" r="r" t="t"/>
              <a:pathLst>
                <a:path extrusionOk="0" h="38958" w="26044">
                  <a:moveTo>
                    <a:pt x="8583" y="0"/>
                  </a:moveTo>
                  <a:cubicBezTo>
                    <a:pt x="7062" y="0"/>
                    <a:pt x="7069" y="2372"/>
                    <a:pt x="8606" y="2372"/>
                  </a:cubicBezTo>
                  <a:cubicBezTo>
                    <a:pt x="8654" y="2372"/>
                    <a:pt x="8702" y="2369"/>
                    <a:pt x="8753" y="2365"/>
                  </a:cubicBezTo>
                  <a:lnTo>
                    <a:pt x="8833" y="2365"/>
                  </a:lnTo>
                  <a:lnTo>
                    <a:pt x="8833" y="14382"/>
                  </a:lnTo>
                  <a:cubicBezTo>
                    <a:pt x="3560" y="16149"/>
                    <a:pt x="0" y="21101"/>
                    <a:pt x="0" y="26695"/>
                  </a:cubicBezTo>
                  <a:cubicBezTo>
                    <a:pt x="0" y="31780"/>
                    <a:pt x="3426" y="36009"/>
                    <a:pt x="7361" y="38686"/>
                  </a:cubicBezTo>
                  <a:cubicBezTo>
                    <a:pt x="7569" y="38811"/>
                    <a:pt x="10263" y="38957"/>
                    <a:pt x="13043" y="38957"/>
                  </a:cubicBezTo>
                  <a:cubicBezTo>
                    <a:pt x="15621" y="38957"/>
                    <a:pt x="18273" y="38831"/>
                    <a:pt x="19084" y="38445"/>
                  </a:cubicBezTo>
                  <a:cubicBezTo>
                    <a:pt x="23474" y="36357"/>
                    <a:pt x="26043" y="31860"/>
                    <a:pt x="26043" y="26695"/>
                  </a:cubicBezTo>
                  <a:cubicBezTo>
                    <a:pt x="26043" y="21127"/>
                    <a:pt x="22483" y="16176"/>
                    <a:pt x="17210" y="14382"/>
                  </a:cubicBezTo>
                  <a:lnTo>
                    <a:pt x="17210" y="2365"/>
                  </a:lnTo>
                  <a:lnTo>
                    <a:pt x="17318" y="2365"/>
                  </a:lnTo>
                  <a:cubicBezTo>
                    <a:pt x="17350" y="2367"/>
                    <a:pt x="17382" y="2368"/>
                    <a:pt x="17413" y="2368"/>
                  </a:cubicBezTo>
                  <a:cubicBezTo>
                    <a:pt x="18067" y="2368"/>
                    <a:pt x="18602" y="1851"/>
                    <a:pt x="18602" y="1187"/>
                  </a:cubicBezTo>
                  <a:cubicBezTo>
                    <a:pt x="18602" y="536"/>
                    <a:pt x="18087" y="2"/>
                    <a:pt x="17450" y="2"/>
                  </a:cubicBezTo>
                  <a:cubicBezTo>
                    <a:pt x="17406" y="2"/>
                    <a:pt x="17362" y="4"/>
                    <a:pt x="17318" y="9"/>
                  </a:cubicBezTo>
                  <a:lnTo>
                    <a:pt x="8753" y="9"/>
                  </a:lnTo>
                  <a:cubicBezTo>
                    <a:pt x="8694" y="3"/>
                    <a:pt x="8638" y="0"/>
                    <a:pt x="85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2"/>
            <p:cNvSpPr/>
            <p:nvPr/>
          </p:nvSpPr>
          <p:spPr>
            <a:xfrm>
              <a:off x="7925450" y="3846100"/>
              <a:ext cx="507225" cy="229525"/>
            </a:xfrm>
            <a:custGeom>
              <a:rect b="b" l="l" r="r" t="t"/>
              <a:pathLst>
                <a:path extrusionOk="0" h="9181" w="20289">
                  <a:moveTo>
                    <a:pt x="0" y="0"/>
                  </a:moveTo>
                  <a:cubicBezTo>
                    <a:pt x="0" y="5059"/>
                    <a:pt x="4524" y="9181"/>
                    <a:pt x="10145" y="9181"/>
                  </a:cubicBezTo>
                  <a:cubicBezTo>
                    <a:pt x="15739" y="9181"/>
                    <a:pt x="20289" y="5059"/>
                    <a:pt x="202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2"/>
            <p:cNvSpPr/>
            <p:nvPr/>
          </p:nvSpPr>
          <p:spPr>
            <a:xfrm>
              <a:off x="4823975" y="3726325"/>
              <a:ext cx="63600" cy="182700"/>
            </a:xfrm>
            <a:custGeom>
              <a:rect b="b" l="l" r="r" t="t"/>
              <a:pathLst>
                <a:path extrusionOk="0" h="7308" w="2544">
                  <a:moveTo>
                    <a:pt x="1" y="0"/>
                  </a:moveTo>
                  <a:lnTo>
                    <a:pt x="1" y="7307"/>
                  </a:lnTo>
                  <a:lnTo>
                    <a:pt x="2543" y="7307"/>
                  </a:lnTo>
                  <a:lnTo>
                    <a:pt x="254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2"/>
            <p:cNvSpPr/>
            <p:nvPr/>
          </p:nvSpPr>
          <p:spPr>
            <a:xfrm>
              <a:off x="5360475" y="2946025"/>
              <a:ext cx="832375" cy="1175350"/>
            </a:xfrm>
            <a:custGeom>
              <a:rect b="b" l="l" r="r" t="t"/>
              <a:pathLst>
                <a:path extrusionOk="0" h="47014" w="33295">
                  <a:moveTo>
                    <a:pt x="22646" y="1"/>
                  </a:moveTo>
                  <a:cubicBezTo>
                    <a:pt x="22612" y="1"/>
                    <a:pt x="22578" y="2"/>
                    <a:pt x="22543" y="3"/>
                  </a:cubicBezTo>
                  <a:lnTo>
                    <a:pt x="11757" y="3"/>
                  </a:lnTo>
                  <a:cubicBezTo>
                    <a:pt x="9401" y="30"/>
                    <a:pt x="9268" y="3483"/>
                    <a:pt x="11623" y="3697"/>
                  </a:cubicBezTo>
                  <a:lnTo>
                    <a:pt x="11703" y="13975"/>
                  </a:lnTo>
                  <a:cubicBezTo>
                    <a:pt x="11703" y="13975"/>
                    <a:pt x="4825" y="32738"/>
                    <a:pt x="2148" y="40312"/>
                  </a:cubicBezTo>
                  <a:cubicBezTo>
                    <a:pt x="1" y="46411"/>
                    <a:pt x="4072" y="47014"/>
                    <a:pt x="5767" y="47014"/>
                  </a:cubicBezTo>
                  <a:cubicBezTo>
                    <a:pt x="6184" y="47014"/>
                    <a:pt x="6457" y="46977"/>
                    <a:pt x="6457" y="46977"/>
                  </a:cubicBezTo>
                  <a:lnTo>
                    <a:pt x="26612" y="46977"/>
                  </a:lnTo>
                  <a:cubicBezTo>
                    <a:pt x="26624" y="46977"/>
                    <a:pt x="26636" y="46977"/>
                    <a:pt x="26648" y="46977"/>
                  </a:cubicBezTo>
                  <a:cubicBezTo>
                    <a:pt x="33295" y="46977"/>
                    <a:pt x="30921" y="39616"/>
                    <a:pt x="30921" y="39616"/>
                  </a:cubicBezTo>
                  <a:lnTo>
                    <a:pt x="22811" y="14189"/>
                  </a:lnTo>
                  <a:lnTo>
                    <a:pt x="22811" y="3697"/>
                  </a:lnTo>
                  <a:cubicBezTo>
                    <a:pt x="23828" y="3617"/>
                    <a:pt x="24604" y="2733"/>
                    <a:pt x="24524" y="1716"/>
                  </a:cubicBezTo>
                  <a:cubicBezTo>
                    <a:pt x="24446" y="734"/>
                    <a:pt x="23619" y="1"/>
                    <a:pt x="2264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2"/>
            <p:cNvSpPr/>
            <p:nvPr/>
          </p:nvSpPr>
          <p:spPr>
            <a:xfrm>
              <a:off x="5675186" y="2871211"/>
              <a:ext cx="233550" cy="71625"/>
            </a:xfrm>
            <a:custGeom>
              <a:rect b="b" l="l" r="r" t="t"/>
              <a:pathLst>
                <a:path extrusionOk="0" h="2865" w="9342">
                  <a:moveTo>
                    <a:pt x="1" y="1"/>
                  </a:moveTo>
                  <a:lnTo>
                    <a:pt x="1" y="1125"/>
                  </a:lnTo>
                  <a:lnTo>
                    <a:pt x="1687" y="1125"/>
                  </a:lnTo>
                  <a:lnTo>
                    <a:pt x="1687" y="2864"/>
                  </a:lnTo>
                  <a:lnTo>
                    <a:pt x="7655" y="2864"/>
                  </a:lnTo>
                  <a:lnTo>
                    <a:pt x="7655" y="1125"/>
                  </a:lnTo>
                  <a:lnTo>
                    <a:pt x="9342" y="1125"/>
                  </a:lnTo>
                  <a:lnTo>
                    <a:pt x="9342" y="1"/>
                  </a:lnTo>
                  <a:close/>
                </a:path>
              </a:pathLst>
            </a:custGeom>
            <a:solidFill>
              <a:srgbClr val="DDA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2"/>
            <p:cNvSpPr/>
            <p:nvPr/>
          </p:nvSpPr>
          <p:spPr>
            <a:xfrm>
              <a:off x="5582775" y="3425875"/>
              <a:ext cx="424275" cy="368050"/>
            </a:xfrm>
            <a:custGeom>
              <a:rect b="b" l="l" r="r" t="t"/>
              <a:pathLst>
                <a:path extrusionOk="0" h="14722" w="16971">
                  <a:moveTo>
                    <a:pt x="4685" y="0"/>
                  </a:moveTo>
                  <a:lnTo>
                    <a:pt x="1" y="14721"/>
                  </a:lnTo>
                  <a:lnTo>
                    <a:pt x="16970" y="14721"/>
                  </a:lnTo>
                  <a:cubicBezTo>
                    <a:pt x="14883" y="8271"/>
                    <a:pt x="12099" y="107"/>
                    <a:pt x="12099" y="107"/>
                  </a:cubicBezTo>
                  <a:lnTo>
                    <a:pt x="468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2"/>
            <p:cNvSpPr/>
            <p:nvPr/>
          </p:nvSpPr>
          <p:spPr>
            <a:xfrm>
              <a:off x="5494450" y="3794575"/>
              <a:ext cx="593550" cy="280375"/>
            </a:xfrm>
            <a:custGeom>
              <a:rect b="b" l="l" r="r" t="t"/>
              <a:pathLst>
                <a:path extrusionOk="0" h="11215" w="23742">
                  <a:moveTo>
                    <a:pt x="3534" y="0"/>
                  </a:moveTo>
                  <a:lnTo>
                    <a:pt x="1232" y="7227"/>
                  </a:lnTo>
                  <a:cubicBezTo>
                    <a:pt x="1232" y="7227"/>
                    <a:pt x="1" y="11215"/>
                    <a:pt x="4016" y="11215"/>
                  </a:cubicBezTo>
                  <a:lnTo>
                    <a:pt x="20985" y="11215"/>
                  </a:lnTo>
                  <a:cubicBezTo>
                    <a:pt x="20985" y="11215"/>
                    <a:pt x="23742" y="11108"/>
                    <a:pt x="22618" y="6825"/>
                  </a:cubicBezTo>
                  <a:cubicBezTo>
                    <a:pt x="22270" y="5487"/>
                    <a:pt x="21467" y="2891"/>
                    <a:pt x="205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2"/>
            <p:cNvSpPr/>
            <p:nvPr/>
          </p:nvSpPr>
          <p:spPr>
            <a:xfrm>
              <a:off x="8966150" y="3204375"/>
              <a:ext cx="650250" cy="918125"/>
            </a:xfrm>
            <a:custGeom>
              <a:rect b="b" l="l" r="r" t="t"/>
              <a:pathLst>
                <a:path extrusionOk="0" h="36725" w="26010">
                  <a:moveTo>
                    <a:pt x="9200" y="1"/>
                  </a:moveTo>
                  <a:cubicBezTo>
                    <a:pt x="7380" y="28"/>
                    <a:pt x="7273" y="2704"/>
                    <a:pt x="9067" y="2865"/>
                  </a:cubicBezTo>
                  <a:lnTo>
                    <a:pt x="9147" y="10894"/>
                  </a:lnTo>
                  <a:cubicBezTo>
                    <a:pt x="9147" y="10894"/>
                    <a:pt x="3767" y="25562"/>
                    <a:pt x="1679" y="31477"/>
                  </a:cubicBezTo>
                  <a:cubicBezTo>
                    <a:pt x="0" y="36257"/>
                    <a:pt x="3204" y="36724"/>
                    <a:pt x="4522" y="36724"/>
                  </a:cubicBezTo>
                  <a:cubicBezTo>
                    <a:pt x="4843" y="36724"/>
                    <a:pt x="5052" y="36697"/>
                    <a:pt x="5052" y="36697"/>
                  </a:cubicBezTo>
                  <a:lnTo>
                    <a:pt x="20790" y="36697"/>
                  </a:lnTo>
                  <a:cubicBezTo>
                    <a:pt x="26009" y="36670"/>
                    <a:pt x="24162" y="30915"/>
                    <a:pt x="24162" y="30915"/>
                  </a:cubicBezTo>
                  <a:lnTo>
                    <a:pt x="17792" y="11055"/>
                  </a:lnTo>
                  <a:lnTo>
                    <a:pt x="17792" y="2865"/>
                  </a:lnTo>
                  <a:cubicBezTo>
                    <a:pt x="19585" y="2624"/>
                    <a:pt x="19398" y="1"/>
                    <a:pt x="176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52"/>
            <p:cNvSpPr/>
            <p:nvPr/>
          </p:nvSpPr>
          <p:spPr>
            <a:xfrm>
              <a:off x="9063000" y="3566400"/>
              <a:ext cx="463725" cy="505875"/>
            </a:xfrm>
            <a:custGeom>
              <a:rect b="b" l="l" r="r" t="t"/>
              <a:pathLst>
                <a:path extrusionOk="0" h="20235" w="18549">
                  <a:moveTo>
                    <a:pt x="6424" y="0"/>
                  </a:moveTo>
                  <a:lnTo>
                    <a:pt x="2757" y="11483"/>
                  </a:lnTo>
                  <a:lnTo>
                    <a:pt x="964" y="17130"/>
                  </a:lnTo>
                  <a:cubicBezTo>
                    <a:pt x="964" y="17130"/>
                    <a:pt x="0" y="20235"/>
                    <a:pt x="3132" y="20235"/>
                  </a:cubicBezTo>
                  <a:lnTo>
                    <a:pt x="16381" y="20235"/>
                  </a:lnTo>
                  <a:cubicBezTo>
                    <a:pt x="16381" y="20235"/>
                    <a:pt x="18549" y="20181"/>
                    <a:pt x="17665" y="16809"/>
                  </a:cubicBezTo>
                  <a:cubicBezTo>
                    <a:pt x="17371" y="15765"/>
                    <a:pt x="16755" y="13758"/>
                    <a:pt x="16006" y="11483"/>
                  </a:cubicBezTo>
                  <a:cubicBezTo>
                    <a:pt x="14373" y="6424"/>
                    <a:pt x="12205" y="80"/>
                    <a:pt x="12205" y="80"/>
                  </a:cubicBezTo>
                  <a:lnTo>
                    <a:pt x="64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2"/>
            <p:cNvSpPr/>
            <p:nvPr/>
          </p:nvSpPr>
          <p:spPr>
            <a:xfrm>
              <a:off x="9297850" y="3567050"/>
              <a:ext cx="228875" cy="505225"/>
            </a:xfrm>
            <a:custGeom>
              <a:rect b="b" l="l" r="r" t="t"/>
              <a:pathLst>
                <a:path extrusionOk="0" h="20209" w="9155">
                  <a:moveTo>
                    <a:pt x="8271" y="16783"/>
                  </a:moveTo>
                  <a:cubicBezTo>
                    <a:pt x="7977" y="15739"/>
                    <a:pt x="7361" y="13732"/>
                    <a:pt x="6612" y="11457"/>
                  </a:cubicBezTo>
                  <a:cubicBezTo>
                    <a:pt x="4979" y="6398"/>
                    <a:pt x="2811" y="54"/>
                    <a:pt x="2811" y="54"/>
                  </a:cubicBezTo>
                  <a:lnTo>
                    <a:pt x="1" y="1"/>
                  </a:lnTo>
                  <a:lnTo>
                    <a:pt x="1" y="20209"/>
                  </a:lnTo>
                  <a:lnTo>
                    <a:pt x="6987" y="20209"/>
                  </a:lnTo>
                  <a:cubicBezTo>
                    <a:pt x="6987" y="20209"/>
                    <a:pt x="9155" y="20155"/>
                    <a:pt x="8271" y="1678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2"/>
            <p:cNvSpPr/>
            <p:nvPr/>
          </p:nvSpPr>
          <p:spPr>
            <a:xfrm>
              <a:off x="7748125" y="3286025"/>
              <a:ext cx="157275" cy="48200"/>
            </a:xfrm>
            <a:custGeom>
              <a:rect b="b" l="l" r="r" t="t"/>
              <a:pathLst>
                <a:path extrusionOk="0" h="1928" w="6291">
                  <a:moveTo>
                    <a:pt x="1" y="0"/>
                  </a:moveTo>
                  <a:lnTo>
                    <a:pt x="1" y="776"/>
                  </a:lnTo>
                  <a:lnTo>
                    <a:pt x="1151" y="776"/>
                  </a:lnTo>
                  <a:lnTo>
                    <a:pt x="1151" y="1927"/>
                  </a:lnTo>
                  <a:lnTo>
                    <a:pt x="5166" y="1927"/>
                  </a:lnTo>
                  <a:lnTo>
                    <a:pt x="5166" y="776"/>
                  </a:lnTo>
                  <a:lnTo>
                    <a:pt x="6290" y="776"/>
                  </a:lnTo>
                  <a:lnTo>
                    <a:pt x="629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2"/>
            <p:cNvSpPr/>
            <p:nvPr/>
          </p:nvSpPr>
          <p:spPr>
            <a:xfrm>
              <a:off x="7546050" y="3331525"/>
              <a:ext cx="560100" cy="790850"/>
            </a:xfrm>
            <a:custGeom>
              <a:rect b="b" l="l" r="r" t="t"/>
              <a:pathLst>
                <a:path extrusionOk="0" h="31634" w="22404">
                  <a:moveTo>
                    <a:pt x="15203" y="0"/>
                  </a:moveTo>
                  <a:cubicBezTo>
                    <a:pt x="15194" y="0"/>
                    <a:pt x="15185" y="0"/>
                    <a:pt x="15176" y="0"/>
                  </a:cubicBezTo>
                  <a:lnTo>
                    <a:pt x="7923" y="0"/>
                  </a:lnTo>
                  <a:cubicBezTo>
                    <a:pt x="6317" y="0"/>
                    <a:pt x="6210" y="2356"/>
                    <a:pt x="7816" y="2463"/>
                  </a:cubicBezTo>
                  <a:lnTo>
                    <a:pt x="7869" y="9395"/>
                  </a:lnTo>
                  <a:cubicBezTo>
                    <a:pt x="7869" y="9395"/>
                    <a:pt x="3239" y="22002"/>
                    <a:pt x="1446" y="27114"/>
                  </a:cubicBezTo>
                  <a:cubicBezTo>
                    <a:pt x="0" y="31234"/>
                    <a:pt x="2780" y="31634"/>
                    <a:pt x="3913" y="31634"/>
                  </a:cubicBezTo>
                  <a:cubicBezTo>
                    <a:pt x="4186" y="31634"/>
                    <a:pt x="4363" y="31611"/>
                    <a:pt x="4363" y="31611"/>
                  </a:cubicBezTo>
                  <a:lnTo>
                    <a:pt x="17907" y="31611"/>
                  </a:lnTo>
                  <a:cubicBezTo>
                    <a:pt x="22403" y="31584"/>
                    <a:pt x="20797" y="26632"/>
                    <a:pt x="20797" y="26632"/>
                  </a:cubicBezTo>
                  <a:lnTo>
                    <a:pt x="15337" y="9529"/>
                  </a:lnTo>
                  <a:lnTo>
                    <a:pt x="15337" y="2463"/>
                  </a:lnTo>
                  <a:cubicBezTo>
                    <a:pt x="16880" y="2277"/>
                    <a:pt x="16731" y="0"/>
                    <a:pt x="152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2"/>
            <p:cNvSpPr/>
            <p:nvPr/>
          </p:nvSpPr>
          <p:spPr>
            <a:xfrm>
              <a:off x="7636375" y="3654050"/>
              <a:ext cx="399500" cy="436300"/>
            </a:xfrm>
            <a:custGeom>
              <a:rect b="b" l="l" r="r" t="t"/>
              <a:pathLst>
                <a:path extrusionOk="0" h="17452" w="15980">
                  <a:moveTo>
                    <a:pt x="5541" y="0"/>
                  </a:moveTo>
                  <a:lnTo>
                    <a:pt x="2383" y="9904"/>
                  </a:lnTo>
                  <a:lnTo>
                    <a:pt x="830" y="14775"/>
                  </a:lnTo>
                  <a:cubicBezTo>
                    <a:pt x="830" y="14775"/>
                    <a:pt x="1" y="17452"/>
                    <a:pt x="2704" y="17452"/>
                  </a:cubicBezTo>
                  <a:lnTo>
                    <a:pt x="14106" y="17452"/>
                  </a:lnTo>
                  <a:cubicBezTo>
                    <a:pt x="14106" y="17452"/>
                    <a:pt x="15980" y="17371"/>
                    <a:pt x="15204" y="14481"/>
                  </a:cubicBezTo>
                  <a:cubicBezTo>
                    <a:pt x="14963" y="13597"/>
                    <a:pt x="14427" y="11858"/>
                    <a:pt x="13785" y="9904"/>
                  </a:cubicBezTo>
                  <a:cubicBezTo>
                    <a:pt x="12393" y="5541"/>
                    <a:pt x="10520" y="81"/>
                    <a:pt x="10520" y="81"/>
                  </a:cubicBezTo>
                  <a:lnTo>
                    <a:pt x="554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2"/>
            <p:cNvSpPr/>
            <p:nvPr/>
          </p:nvSpPr>
          <p:spPr>
            <a:xfrm>
              <a:off x="3750675" y="4122450"/>
              <a:ext cx="7041400" cy="25"/>
            </a:xfrm>
            <a:custGeom>
              <a:rect b="b" l="l" r="r" t="t"/>
              <a:pathLst>
                <a:path extrusionOk="0" h="1" w="281656">
                  <a:moveTo>
                    <a:pt x="1" y="0"/>
                  </a:moveTo>
                  <a:lnTo>
                    <a:pt x="281655"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21" name="Google Shape;421;p52" title="horizontal wordmark transparent.png"/>
          <p:cNvPicPr preferRelativeResize="0"/>
          <p:nvPr/>
        </p:nvPicPr>
        <p:blipFill>
          <a:blip r:embed="rId3">
            <a:alphaModFix/>
          </a:blip>
          <a:stretch>
            <a:fillRect/>
          </a:stretch>
        </p:blipFill>
        <p:spPr>
          <a:xfrm>
            <a:off x="91425" y="4601175"/>
            <a:ext cx="1636500" cy="451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3"/>
          <p:cNvSpPr txBox="1"/>
          <p:nvPr>
            <p:ph idx="6" type="title"/>
          </p:nvPr>
        </p:nvSpPr>
        <p:spPr>
          <a:xfrm>
            <a:off x="2421000" y="283608"/>
            <a:ext cx="43020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100"/>
              <a:t>Program Components</a:t>
            </a:r>
            <a:endParaRPr sz="4100"/>
          </a:p>
        </p:txBody>
      </p:sp>
      <p:sp>
        <p:nvSpPr>
          <p:cNvPr id="427" name="Google Shape;427;p53"/>
          <p:cNvSpPr/>
          <p:nvPr/>
        </p:nvSpPr>
        <p:spPr>
          <a:xfrm rot="5990292">
            <a:off x="4233746" y="2861279"/>
            <a:ext cx="1931965" cy="881657"/>
          </a:xfrm>
          <a:custGeom>
            <a:rect b="b" l="l" r="r" t="t"/>
            <a:pathLst>
              <a:path extrusionOk="0" h="41759" w="91506">
                <a:moveTo>
                  <a:pt x="68494" y="4454"/>
                </a:moveTo>
                <a:cubicBezTo>
                  <a:pt x="72710" y="4454"/>
                  <a:pt x="76855" y="6104"/>
                  <a:pt x="79946" y="9204"/>
                </a:cubicBezTo>
                <a:cubicBezTo>
                  <a:pt x="84553" y="13825"/>
                  <a:pt x="85923" y="20778"/>
                  <a:pt x="83408" y="26812"/>
                </a:cubicBezTo>
                <a:cubicBezTo>
                  <a:pt x="80911" y="32836"/>
                  <a:pt x="75021" y="36747"/>
                  <a:pt x="68506" y="36747"/>
                </a:cubicBezTo>
                <a:cubicBezTo>
                  <a:pt x="68494" y="36747"/>
                  <a:pt x="68482" y="36747"/>
                  <a:pt x="68470" y="36747"/>
                </a:cubicBezTo>
                <a:cubicBezTo>
                  <a:pt x="59553" y="36733"/>
                  <a:pt x="52346" y="29497"/>
                  <a:pt x="52360" y="20580"/>
                </a:cubicBezTo>
                <a:cubicBezTo>
                  <a:pt x="52360" y="14037"/>
                  <a:pt x="56317" y="8158"/>
                  <a:pt x="62351" y="5671"/>
                </a:cubicBezTo>
                <a:cubicBezTo>
                  <a:pt x="64338" y="4852"/>
                  <a:pt x="66425" y="4454"/>
                  <a:pt x="68494" y="4454"/>
                </a:cubicBezTo>
                <a:close/>
                <a:moveTo>
                  <a:pt x="69707" y="1"/>
                </a:moveTo>
                <a:cubicBezTo>
                  <a:pt x="67735" y="1"/>
                  <a:pt x="65749" y="280"/>
                  <a:pt x="63807" y="852"/>
                </a:cubicBezTo>
                <a:cubicBezTo>
                  <a:pt x="52010" y="2757"/>
                  <a:pt x="44539" y="16878"/>
                  <a:pt x="24919" y="16878"/>
                </a:cubicBezTo>
                <a:cubicBezTo>
                  <a:pt x="24889" y="16878"/>
                  <a:pt x="24860" y="16878"/>
                  <a:pt x="24831" y="16878"/>
                </a:cubicBezTo>
                <a:cubicBezTo>
                  <a:pt x="20520" y="16863"/>
                  <a:pt x="10826" y="15987"/>
                  <a:pt x="1682" y="15040"/>
                </a:cubicBezTo>
                <a:lnTo>
                  <a:pt x="1682" y="15040"/>
                </a:lnTo>
                <a:cubicBezTo>
                  <a:pt x="1795" y="16143"/>
                  <a:pt x="1824" y="17245"/>
                  <a:pt x="1781" y="18347"/>
                </a:cubicBezTo>
                <a:cubicBezTo>
                  <a:pt x="1640" y="20919"/>
                  <a:pt x="1046" y="23435"/>
                  <a:pt x="1" y="25767"/>
                </a:cubicBezTo>
                <a:cubicBezTo>
                  <a:pt x="9610" y="24820"/>
                  <a:pt x="20252" y="23873"/>
                  <a:pt x="24816" y="23873"/>
                </a:cubicBezTo>
                <a:cubicBezTo>
                  <a:pt x="40828" y="23915"/>
                  <a:pt x="48742" y="33257"/>
                  <a:pt x="57476" y="37807"/>
                </a:cubicBezTo>
                <a:cubicBezTo>
                  <a:pt x="61097" y="40414"/>
                  <a:pt x="65389" y="41759"/>
                  <a:pt x="69716" y="41759"/>
                </a:cubicBezTo>
                <a:cubicBezTo>
                  <a:pt x="72380" y="41759"/>
                  <a:pt x="75058" y="41249"/>
                  <a:pt x="77600" y="40210"/>
                </a:cubicBezTo>
                <a:cubicBezTo>
                  <a:pt x="84270" y="37482"/>
                  <a:pt x="89061" y="31504"/>
                  <a:pt x="90290" y="24396"/>
                </a:cubicBezTo>
                <a:cubicBezTo>
                  <a:pt x="91506" y="17302"/>
                  <a:pt x="88962" y="10066"/>
                  <a:pt x="83577" y="5275"/>
                </a:cubicBezTo>
                <a:cubicBezTo>
                  <a:pt x="79706" y="1831"/>
                  <a:pt x="74753" y="1"/>
                  <a:pt x="697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53"/>
          <p:cNvSpPr/>
          <p:nvPr/>
        </p:nvSpPr>
        <p:spPr>
          <a:xfrm rot="-1853308">
            <a:off x="3061826" y="1966252"/>
            <a:ext cx="2991614" cy="960775"/>
          </a:xfrm>
          <a:custGeom>
            <a:rect b="b" l="l" r="r" t="t"/>
            <a:pathLst>
              <a:path extrusionOk="0" h="28589" w="89019">
                <a:moveTo>
                  <a:pt x="74558" y="1"/>
                </a:moveTo>
                <a:cubicBezTo>
                  <a:pt x="67992" y="1"/>
                  <a:pt x="62168" y="4518"/>
                  <a:pt x="60655" y="11043"/>
                </a:cubicBezTo>
                <a:cubicBezTo>
                  <a:pt x="59369" y="11170"/>
                  <a:pt x="58069" y="11297"/>
                  <a:pt x="56783" y="11424"/>
                </a:cubicBezTo>
                <a:cubicBezTo>
                  <a:pt x="54833" y="11594"/>
                  <a:pt x="52967" y="11764"/>
                  <a:pt x="51258" y="11891"/>
                </a:cubicBezTo>
                <a:cubicBezTo>
                  <a:pt x="48784" y="12089"/>
                  <a:pt x="46665" y="12216"/>
                  <a:pt x="45336" y="12216"/>
                </a:cubicBezTo>
                <a:cubicBezTo>
                  <a:pt x="43315" y="12216"/>
                  <a:pt x="41309" y="11976"/>
                  <a:pt x="39344" y="11509"/>
                </a:cubicBezTo>
                <a:cubicBezTo>
                  <a:pt x="36504" y="10817"/>
                  <a:pt x="34101" y="9672"/>
                  <a:pt x="31939" y="8400"/>
                </a:cubicBezTo>
                <a:cubicBezTo>
                  <a:pt x="29014" y="6676"/>
                  <a:pt x="26526" y="4712"/>
                  <a:pt x="23983" y="3270"/>
                </a:cubicBezTo>
                <a:cubicBezTo>
                  <a:pt x="21387" y="1140"/>
                  <a:pt x="18178" y="26"/>
                  <a:pt x="14925" y="26"/>
                </a:cubicBezTo>
                <a:cubicBezTo>
                  <a:pt x="13238" y="26"/>
                  <a:pt x="11539" y="325"/>
                  <a:pt x="9907" y="939"/>
                </a:cubicBezTo>
                <a:cubicBezTo>
                  <a:pt x="5131" y="2719"/>
                  <a:pt x="1682" y="6916"/>
                  <a:pt x="834" y="11947"/>
                </a:cubicBezTo>
                <a:cubicBezTo>
                  <a:pt x="1" y="16978"/>
                  <a:pt x="1894" y="22080"/>
                  <a:pt x="5823" y="25316"/>
                </a:cubicBezTo>
                <a:cubicBezTo>
                  <a:pt x="8430" y="27465"/>
                  <a:pt x="11655" y="28589"/>
                  <a:pt x="14921" y="28589"/>
                </a:cubicBezTo>
                <a:cubicBezTo>
                  <a:pt x="16595" y="28589"/>
                  <a:pt x="18280" y="28294"/>
                  <a:pt x="19898" y="27690"/>
                </a:cubicBezTo>
                <a:cubicBezTo>
                  <a:pt x="23954" y="26631"/>
                  <a:pt x="27346" y="23550"/>
                  <a:pt x="31656" y="20964"/>
                </a:cubicBezTo>
                <a:cubicBezTo>
                  <a:pt x="33903" y="19607"/>
                  <a:pt x="36391" y="18406"/>
                  <a:pt x="39344" y="17685"/>
                </a:cubicBezTo>
                <a:cubicBezTo>
                  <a:pt x="41254" y="17218"/>
                  <a:pt x="43204" y="16978"/>
                  <a:pt x="45168" y="16978"/>
                </a:cubicBezTo>
                <a:cubicBezTo>
                  <a:pt x="45224" y="16978"/>
                  <a:pt x="45280" y="16978"/>
                  <a:pt x="45336" y="16978"/>
                </a:cubicBezTo>
                <a:cubicBezTo>
                  <a:pt x="46622" y="16978"/>
                  <a:pt x="48643" y="17091"/>
                  <a:pt x="51031" y="17275"/>
                </a:cubicBezTo>
                <a:cubicBezTo>
                  <a:pt x="52826" y="17402"/>
                  <a:pt x="54833" y="17586"/>
                  <a:pt x="56896" y="17784"/>
                </a:cubicBezTo>
                <a:cubicBezTo>
                  <a:pt x="58196" y="17897"/>
                  <a:pt x="59511" y="18038"/>
                  <a:pt x="60825" y="18165"/>
                </a:cubicBezTo>
                <a:cubicBezTo>
                  <a:pt x="62578" y="24391"/>
                  <a:pt x="68250" y="28572"/>
                  <a:pt x="74543" y="28572"/>
                </a:cubicBezTo>
                <a:cubicBezTo>
                  <a:pt x="75249" y="28572"/>
                  <a:pt x="75964" y="28520"/>
                  <a:pt x="76681" y="28411"/>
                </a:cubicBezTo>
                <a:cubicBezTo>
                  <a:pt x="83804" y="27351"/>
                  <a:pt x="89018" y="21147"/>
                  <a:pt x="88849" y="13954"/>
                </a:cubicBezTo>
                <a:cubicBezTo>
                  <a:pt x="88679" y="6761"/>
                  <a:pt x="83196" y="811"/>
                  <a:pt x="76031" y="76"/>
                </a:cubicBezTo>
                <a:cubicBezTo>
                  <a:pt x="75537" y="26"/>
                  <a:pt x="75046" y="1"/>
                  <a:pt x="7455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3"/>
          <p:cNvSpPr/>
          <p:nvPr/>
        </p:nvSpPr>
        <p:spPr>
          <a:xfrm rot="-207137">
            <a:off x="4764295" y="3421688"/>
            <a:ext cx="717402" cy="717402"/>
          </a:xfrm>
          <a:prstGeom prst="ellipse">
            <a:avLst/>
          </a:prstGeom>
          <a:solidFill>
            <a:schemeClr val="accent4"/>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53"/>
          <p:cNvSpPr/>
          <p:nvPr/>
        </p:nvSpPr>
        <p:spPr>
          <a:xfrm>
            <a:off x="3364913" y="2579775"/>
            <a:ext cx="717300" cy="717300"/>
          </a:xfrm>
          <a:prstGeom prst="ellipse">
            <a:avLst/>
          </a:prstGeom>
          <a:solidFill>
            <a:schemeClr val="accent1"/>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3"/>
          <p:cNvSpPr/>
          <p:nvPr/>
        </p:nvSpPr>
        <p:spPr>
          <a:xfrm>
            <a:off x="5078438" y="1561600"/>
            <a:ext cx="717300" cy="717300"/>
          </a:xfrm>
          <a:prstGeom prst="ellipse">
            <a:avLst/>
          </a:prstGeom>
          <a:solidFill>
            <a:schemeClr val="accent2"/>
          </a:solid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3"/>
          <p:cNvSpPr txBox="1"/>
          <p:nvPr>
            <p:ph type="ctrTitle"/>
          </p:nvPr>
        </p:nvSpPr>
        <p:spPr>
          <a:xfrm flipH="1">
            <a:off x="590824" y="2431700"/>
            <a:ext cx="2410500" cy="577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2400"/>
              <a:t>Group </a:t>
            </a:r>
            <a:r>
              <a:rPr lang="en" sz="2400"/>
              <a:t>Meetings</a:t>
            </a:r>
            <a:endParaRPr sz="2400"/>
          </a:p>
        </p:txBody>
      </p:sp>
      <p:sp>
        <p:nvSpPr>
          <p:cNvPr id="433" name="Google Shape;433;p53"/>
          <p:cNvSpPr txBox="1"/>
          <p:nvPr>
            <p:ph idx="1" type="subTitle"/>
          </p:nvPr>
        </p:nvSpPr>
        <p:spPr>
          <a:xfrm flipH="1">
            <a:off x="715630" y="2828489"/>
            <a:ext cx="2285700" cy="875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600"/>
              <a:t>Guided discussions with mentors about readings (in-person &amp; hybrid students)</a:t>
            </a:r>
            <a:endParaRPr sz="1600"/>
          </a:p>
        </p:txBody>
      </p:sp>
      <p:sp>
        <p:nvSpPr>
          <p:cNvPr id="434" name="Google Shape;434;p53"/>
          <p:cNvSpPr txBox="1"/>
          <p:nvPr>
            <p:ph idx="2" type="ctrTitle"/>
          </p:nvPr>
        </p:nvSpPr>
        <p:spPr>
          <a:xfrm flipH="1">
            <a:off x="5754248" y="3263075"/>
            <a:ext cx="20121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Capstone Project</a:t>
            </a:r>
            <a:endParaRPr sz="2400"/>
          </a:p>
        </p:txBody>
      </p:sp>
      <p:sp>
        <p:nvSpPr>
          <p:cNvPr id="435" name="Google Shape;435;p53"/>
          <p:cNvSpPr txBox="1"/>
          <p:nvPr>
            <p:ph idx="3" type="subTitle"/>
          </p:nvPr>
        </p:nvSpPr>
        <p:spPr>
          <a:xfrm flipH="1">
            <a:off x="5754250" y="3659595"/>
            <a:ext cx="22857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Complete a capstone project and a final presentation</a:t>
            </a:r>
            <a:endParaRPr sz="1600"/>
          </a:p>
        </p:txBody>
      </p:sp>
      <p:sp>
        <p:nvSpPr>
          <p:cNvPr id="436" name="Google Shape;436;p53"/>
          <p:cNvSpPr txBox="1"/>
          <p:nvPr>
            <p:ph type="ctrTitle"/>
          </p:nvPr>
        </p:nvSpPr>
        <p:spPr>
          <a:xfrm flipH="1">
            <a:off x="3343913" y="2739250"/>
            <a:ext cx="759300" cy="398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rPr>
              <a:t>01</a:t>
            </a:r>
            <a:endParaRPr sz="3000">
              <a:solidFill>
                <a:schemeClr val="lt1"/>
              </a:solidFill>
            </a:endParaRPr>
          </a:p>
        </p:txBody>
      </p:sp>
      <p:sp>
        <p:nvSpPr>
          <p:cNvPr id="437" name="Google Shape;437;p53"/>
          <p:cNvSpPr txBox="1"/>
          <p:nvPr>
            <p:ph type="ctrTitle"/>
          </p:nvPr>
        </p:nvSpPr>
        <p:spPr>
          <a:xfrm flipH="1">
            <a:off x="5047163" y="1678341"/>
            <a:ext cx="779700" cy="47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rPr>
              <a:t>02</a:t>
            </a:r>
            <a:endParaRPr sz="3000">
              <a:solidFill>
                <a:schemeClr val="lt1"/>
              </a:solidFill>
            </a:endParaRPr>
          </a:p>
        </p:txBody>
      </p:sp>
      <p:sp>
        <p:nvSpPr>
          <p:cNvPr id="438" name="Google Shape;438;p53"/>
          <p:cNvSpPr txBox="1"/>
          <p:nvPr>
            <p:ph type="ctrTitle"/>
          </p:nvPr>
        </p:nvSpPr>
        <p:spPr>
          <a:xfrm flipH="1">
            <a:off x="4834388" y="3537750"/>
            <a:ext cx="576900" cy="47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rPr>
              <a:t>03</a:t>
            </a:r>
            <a:endParaRPr sz="3000">
              <a:solidFill>
                <a:schemeClr val="lt1"/>
              </a:solidFill>
            </a:endParaRPr>
          </a:p>
        </p:txBody>
      </p:sp>
      <p:sp>
        <p:nvSpPr>
          <p:cNvPr id="439" name="Google Shape;439;p53"/>
          <p:cNvSpPr txBox="1"/>
          <p:nvPr>
            <p:ph idx="4" type="ctrTitle"/>
          </p:nvPr>
        </p:nvSpPr>
        <p:spPr>
          <a:xfrm flipH="1">
            <a:off x="6095335" y="1398079"/>
            <a:ext cx="15606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Workshops</a:t>
            </a:r>
            <a:endParaRPr sz="2400"/>
          </a:p>
        </p:txBody>
      </p:sp>
      <p:sp>
        <p:nvSpPr>
          <p:cNvPr id="440" name="Google Shape;440;p53"/>
          <p:cNvSpPr txBox="1"/>
          <p:nvPr>
            <p:ph idx="5" type="subTitle"/>
          </p:nvPr>
        </p:nvSpPr>
        <p:spPr>
          <a:xfrm flipH="1">
            <a:off x="6095325" y="1794595"/>
            <a:ext cx="2285700" cy="125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Covering a range of science related topics, open to all students, take place online</a:t>
            </a:r>
            <a:endParaRPr sz="1600"/>
          </a:p>
        </p:txBody>
      </p:sp>
      <p:pic>
        <p:nvPicPr>
          <p:cNvPr id="441" name="Google Shape;441;p53" title="horizontal wordmark transparent.png"/>
          <p:cNvPicPr preferRelativeResize="0"/>
          <p:nvPr/>
        </p:nvPicPr>
        <p:blipFill>
          <a:blip r:embed="rId3">
            <a:alphaModFix/>
          </a:blip>
          <a:stretch>
            <a:fillRect/>
          </a:stretch>
        </p:blipFill>
        <p:spPr>
          <a:xfrm>
            <a:off x="91425" y="4601175"/>
            <a:ext cx="1636500" cy="451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5" name="Shape 445"/>
        <p:cNvGrpSpPr/>
        <p:nvPr/>
      </p:nvGrpSpPr>
      <p:grpSpPr>
        <a:xfrm>
          <a:off x="0" y="0"/>
          <a:ext cx="0" cy="0"/>
          <a:chOff x="0" y="0"/>
          <a:chExt cx="0" cy="0"/>
        </a:xfrm>
      </p:grpSpPr>
      <p:sp>
        <p:nvSpPr>
          <p:cNvPr id="446" name="Google Shape;446;p54"/>
          <p:cNvSpPr/>
          <p:nvPr/>
        </p:nvSpPr>
        <p:spPr>
          <a:xfrm>
            <a:off x="3164700" y="1304600"/>
            <a:ext cx="6691200" cy="66912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4"/>
          <p:cNvSpPr txBox="1"/>
          <p:nvPr>
            <p:ph type="title"/>
          </p:nvPr>
        </p:nvSpPr>
        <p:spPr>
          <a:xfrm>
            <a:off x="2421000" y="283608"/>
            <a:ext cx="43020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Takeaways</a:t>
            </a:r>
            <a:endParaRPr sz="3600"/>
          </a:p>
        </p:txBody>
      </p:sp>
      <p:sp>
        <p:nvSpPr>
          <p:cNvPr id="448" name="Google Shape;448;p54"/>
          <p:cNvSpPr txBox="1"/>
          <p:nvPr>
            <p:ph idx="1" type="subTitle"/>
          </p:nvPr>
        </p:nvSpPr>
        <p:spPr>
          <a:xfrm flipH="1">
            <a:off x="4562400" y="2017275"/>
            <a:ext cx="3895800" cy="242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900"/>
          </a:p>
          <a:p>
            <a:pPr indent="-349250" lvl="0" marL="457200" rtl="0" algn="l">
              <a:spcBef>
                <a:spcPts val="400"/>
              </a:spcBef>
              <a:spcAft>
                <a:spcPts val="0"/>
              </a:spcAft>
              <a:buClr>
                <a:schemeClr val="accent1"/>
              </a:buClr>
              <a:buSzPts val="1900"/>
              <a:buChar char="●"/>
            </a:pPr>
            <a:r>
              <a:rPr lang="en" sz="1900"/>
              <a:t>Publication in YSJC’s Journal</a:t>
            </a:r>
            <a:endParaRPr sz="1900"/>
          </a:p>
          <a:p>
            <a:pPr indent="-349250" lvl="0" marL="457200" rtl="0" algn="l">
              <a:spcBef>
                <a:spcPts val="400"/>
              </a:spcBef>
              <a:spcAft>
                <a:spcPts val="0"/>
              </a:spcAft>
              <a:buClr>
                <a:schemeClr val="accent1"/>
              </a:buClr>
              <a:buSzPts val="1900"/>
              <a:buChar char="●"/>
            </a:pPr>
            <a:r>
              <a:rPr lang="en" sz="1900"/>
              <a:t>Certificate of Achievement</a:t>
            </a:r>
            <a:endParaRPr sz="1900"/>
          </a:p>
          <a:p>
            <a:pPr indent="-349250" lvl="0" marL="457200" rtl="0" algn="l">
              <a:spcBef>
                <a:spcPts val="400"/>
              </a:spcBef>
              <a:spcAft>
                <a:spcPts val="0"/>
              </a:spcAft>
              <a:buClr>
                <a:schemeClr val="accent1"/>
              </a:buClr>
              <a:buSzPts val="1900"/>
              <a:buChar char="●"/>
            </a:pPr>
            <a:r>
              <a:rPr lang="en" sz="1900"/>
              <a:t>Group &amp; Individual awards</a:t>
            </a:r>
            <a:endParaRPr sz="1900"/>
          </a:p>
          <a:p>
            <a:pPr indent="-349250" lvl="0" marL="457200" rtl="0" algn="l">
              <a:spcBef>
                <a:spcPts val="400"/>
              </a:spcBef>
              <a:spcAft>
                <a:spcPts val="400"/>
              </a:spcAft>
              <a:buClr>
                <a:schemeClr val="accent1"/>
              </a:buClr>
              <a:buSzPts val="1900"/>
              <a:buChar char="●"/>
            </a:pPr>
            <a:r>
              <a:rPr lang="en" sz="1900"/>
              <a:t>Head start on high school level science</a:t>
            </a:r>
            <a:endParaRPr sz="1900"/>
          </a:p>
        </p:txBody>
      </p:sp>
      <p:grpSp>
        <p:nvGrpSpPr>
          <p:cNvPr id="449" name="Google Shape;449;p54"/>
          <p:cNvGrpSpPr/>
          <p:nvPr/>
        </p:nvGrpSpPr>
        <p:grpSpPr>
          <a:xfrm>
            <a:off x="1068436" y="1677128"/>
            <a:ext cx="2427289" cy="2921150"/>
            <a:chOff x="-1056625" y="2573725"/>
            <a:chExt cx="917100" cy="1187025"/>
          </a:xfrm>
        </p:grpSpPr>
        <p:sp>
          <p:nvSpPr>
            <p:cNvPr id="450" name="Google Shape;450;p54"/>
            <p:cNvSpPr/>
            <p:nvPr/>
          </p:nvSpPr>
          <p:spPr>
            <a:xfrm>
              <a:off x="-368950" y="3484925"/>
              <a:ext cx="179450" cy="231375"/>
            </a:xfrm>
            <a:custGeom>
              <a:rect b="b" l="l" r="r" t="t"/>
              <a:pathLst>
                <a:path extrusionOk="0" h="9255" w="7178">
                  <a:moveTo>
                    <a:pt x="7178" y="1"/>
                  </a:moveTo>
                  <a:cubicBezTo>
                    <a:pt x="4960" y="1567"/>
                    <a:pt x="2544" y="2842"/>
                    <a:pt x="0" y="3799"/>
                  </a:cubicBezTo>
                  <a:lnTo>
                    <a:pt x="0" y="9254"/>
                  </a:lnTo>
                  <a:lnTo>
                    <a:pt x="7178" y="9254"/>
                  </a:lnTo>
                  <a:lnTo>
                    <a:pt x="7178" y="1"/>
                  </a:lnTo>
                  <a:close/>
                </a:path>
              </a:pathLst>
            </a:custGeom>
            <a:solidFill>
              <a:srgbClr val="88A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4"/>
            <p:cNvSpPr/>
            <p:nvPr/>
          </p:nvSpPr>
          <p:spPr>
            <a:xfrm>
              <a:off x="-368950" y="3431250"/>
              <a:ext cx="179450" cy="148650"/>
            </a:xfrm>
            <a:custGeom>
              <a:rect b="b" l="l" r="r" t="t"/>
              <a:pathLst>
                <a:path extrusionOk="0" h="5946" w="7178">
                  <a:moveTo>
                    <a:pt x="0" y="1"/>
                  </a:moveTo>
                  <a:lnTo>
                    <a:pt x="0" y="5946"/>
                  </a:lnTo>
                  <a:cubicBezTo>
                    <a:pt x="2544" y="4989"/>
                    <a:pt x="4960" y="3714"/>
                    <a:pt x="7178" y="2148"/>
                  </a:cubicBezTo>
                  <a:lnTo>
                    <a:pt x="7178" y="1"/>
                  </a:lnTo>
                  <a:close/>
                </a:path>
              </a:pathLst>
            </a:custGeom>
            <a:solidFill>
              <a:srgbClr val="D0D7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4"/>
            <p:cNvSpPr/>
            <p:nvPr/>
          </p:nvSpPr>
          <p:spPr>
            <a:xfrm>
              <a:off x="-522725" y="3579875"/>
              <a:ext cx="153975" cy="134125"/>
            </a:xfrm>
            <a:custGeom>
              <a:rect b="b" l="l" r="r" t="t"/>
              <a:pathLst>
                <a:path extrusionOk="0" h="5365" w="6159">
                  <a:moveTo>
                    <a:pt x="6158" y="1"/>
                  </a:moveTo>
                  <a:cubicBezTo>
                    <a:pt x="5754" y="149"/>
                    <a:pt x="5351" y="298"/>
                    <a:pt x="4947" y="433"/>
                  </a:cubicBezTo>
                  <a:cubicBezTo>
                    <a:pt x="4068" y="2998"/>
                    <a:pt x="2559" y="5364"/>
                    <a:pt x="1" y="5364"/>
                  </a:cubicBezTo>
                  <a:lnTo>
                    <a:pt x="6158" y="5364"/>
                  </a:lnTo>
                  <a:lnTo>
                    <a:pt x="6158" y="1"/>
                  </a:lnTo>
                  <a:close/>
                </a:path>
              </a:pathLst>
            </a:custGeom>
            <a:solidFill>
              <a:srgbClr val="88A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4"/>
            <p:cNvSpPr/>
            <p:nvPr/>
          </p:nvSpPr>
          <p:spPr>
            <a:xfrm>
              <a:off x="-399075" y="3431250"/>
              <a:ext cx="30150" cy="159450"/>
            </a:xfrm>
            <a:custGeom>
              <a:rect b="b" l="l" r="r" t="t"/>
              <a:pathLst>
                <a:path extrusionOk="0" h="6378" w="1206">
                  <a:moveTo>
                    <a:pt x="1205" y="1"/>
                  </a:moveTo>
                  <a:cubicBezTo>
                    <a:pt x="1205" y="1"/>
                    <a:pt x="1042" y="3331"/>
                    <a:pt x="1" y="6378"/>
                  </a:cubicBezTo>
                  <a:cubicBezTo>
                    <a:pt x="405" y="6243"/>
                    <a:pt x="808" y="6094"/>
                    <a:pt x="1205" y="5946"/>
                  </a:cubicBezTo>
                  <a:lnTo>
                    <a:pt x="1205" y="1"/>
                  </a:lnTo>
                  <a:close/>
                </a:path>
              </a:pathLst>
            </a:custGeom>
            <a:solidFill>
              <a:srgbClr val="D0D7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4"/>
            <p:cNvSpPr/>
            <p:nvPr/>
          </p:nvSpPr>
          <p:spPr>
            <a:xfrm>
              <a:off x="-785950" y="3335425"/>
              <a:ext cx="232250" cy="103825"/>
            </a:xfrm>
            <a:custGeom>
              <a:rect b="b" l="l" r="r" t="t"/>
              <a:pathLst>
                <a:path extrusionOk="0" h="4153" w="9290">
                  <a:moveTo>
                    <a:pt x="4153" y="0"/>
                  </a:moveTo>
                  <a:cubicBezTo>
                    <a:pt x="1857" y="0"/>
                    <a:pt x="1" y="1857"/>
                    <a:pt x="1" y="4153"/>
                  </a:cubicBezTo>
                  <a:lnTo>
                    <a:pt x="9290" y="4153"/>
                  </a:lnTo>
                  <a:cubicBezTo>
                    <a:pt x="9290" y="1857"/>
                    <a:pt x="7426" y="0"/>
                    <a:pt x="5138" y="0"/>
                  </a:cubicBezTo>
                  <a:close/>
                </a:path>
              </a:pathLst>
            </a:custGeom>
            <a:solidFill>
              <a:srgbClr val="D494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4"/>
            <p:cNvSpPr/>
            <p:nvPr/>
          </p:nvSpPr>
          <p:spPr>
            <a:xfrm>
              <a:off x="-609150" y="2887950"/>
              <a:ext cx="152700" cy="107925"/>
            </a:xfrm>
            <a:custGeom>
              <a:rect b="b" l="l" r="r" t="t"/>
              <a:pathLst>
                <a:path extrusionOk="0" h="4317" w="6108">
                  <a:moveTo>
                    <a:pt x="222" y="0"/>
                  </a:moveTo>
                  <a:cubicBezTo>
                    <a:pt x="148" y="0"/>
                    <a:pt x="74" y="0"/>
                    <a:pt x="0" y="1"/>
                  </a:cubicBezTo>
                  <a:lnTo>
                    <a:pt x="220" y="3168"/>
                  </a:lnTo>
                  <a:cubicBezTo>
                    <a:pt x="2714" y="3168"/>
                    <a:pt x="4627" y="3615"/>
                    <a:pt x="6108" y="4316"/>
                  </a:cubicBezTo>
                  <a:cubicBezTo>
                    <a:pt x="5980" y="2927"/>
                    <a:pt x="5591" y="1588"/>
                    <a:pt x="4833" y="412"/>
                  </a:cubicBezTo>
                  <a:cubicBezTo>
                    <a:pt x="3311" y="142"/>
                    <a:pt x="1770" y="0"/>
                    <a:pt x="222" y="0"/>
                  </a:cubicBezTo>
                  <a:close/>
                </a:path>
              </a:pathLst>
            </a:custGeom>
            <a:solidFill>
              <a:srgbClr val="D0D7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4"/>
            <p:cNvSpPr/>
            <p:nvPr/>
          </p:nvSpPr>
          <p:spPr>
            <a:xfrm>
              <a:off x="-488350" y="2898250"/>
              <a:ext cx="302925" cy="505400"/>
            </a:xfrm>
            <a:custGeom>
              <a:rect b="b" l="l" r="r" t="t"/>
              <a:pathLst>
                <a:path extrusionOk="0" h="20216" w="12117">
                  <a:moveTo>
                    <a:pt x="1" y="0"/>
                  </a:moveTo>
                  <a:lnTo>
                    <a:pt x="1" y="0"/>
                  </a:lnTo>
                  <a:cubicBezTo>
                    <a:pt x="752" y="1176"/>
                    <a:pt x="1141" y="2515"/>
                    <a:pt x="1276" y="3904"/>
                  </a:cubicBezTo>
                  <a:cubicBezTo>
                    <a:pt x="5478" y="5909"/>
                    <a:pt x="6158" y="10083"/>
                    <a:pt x="6562" y="12499"/>
                  </a:cubicBezTo>
                  <a:cubicBezTo>
                    <a:pt x="7136" y="15957"/>
                    <a:pt x="6633" y="20215"/>
                    <a:pt x="6633" y="20215"/>
                  </a:cubicBezTo>
                  <a:lnTo>
                    <a:pt x="12117" y="20208"/>
                  </a:lnTo>
                  <a:cubicBezTo>
                    <a:pt x="12117" y="20208"/>
                    <a:pt x="11897" y="15305"/>
                    <a:pt x="11323" y="11316"/>
                  </a:cubicBezTo>
                  <a:cubicBezTo>
                    <a:pt x="10849" y="8063"/>
                    <a:pt x="9035" y="1679"/>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4"/>
            <p:cNvSpPr/>
            <p:nvPr/>
          </p:nvSpPr>
          <p:spPr>
            <a:xfrm>
              <a:off x="-792500" y="2732425"/>
              <a:ext cx="205875" cy="441650"/>
            </a:xfrm>
            <a:custGeom>
              <a:rect b="b" l="l" r="r" t="t"/>
              <a:pathLst>
                <a:path extrusionOk="0" h="17666" w="8235">
                  <a:moveTo>
                    <a:pt x="114" y="1"/>
                  </a:moveTo>
                  <a:cubicBezTo>
                    <a:pt x="50" y="1"/>
                    <a:pt x="1" y="51"/>
                    <a:pt x="1" y="114"/>
                  </a:cubicBezTo>
                  <a:lnTo>
                    <a:pt x="1" y="17552"/>
                  </a:lnTo>
                  <a:cubicBezTo>
                    <a:pt x="1" y="17616"/>
                    <a:pt x="50" y="17665"/>
                    <a:pt x="114" y="17665"/>
                  </a:cubicBezTo>
                  <a:lnTo>
                    <a:pt x="8121" y="17665"/>
                  </a:lnTo>
                  <a:cubicBezTo>
                    <a:pt x="8184" y="17665"/>
                    <a:pt x="8234" y="17616"/>
                    <a:pt x="8234" y="17552"/>
                  </a:cubicBezTo>
                  <a:lnTo>
                    <a:pt x="8234" y="114"/>
                  </a:lnTo>
                  <a:cubicBezTo>
                    <a:pt x="8234" y="51"/>
                    <a:pt x="8184" y="1"/>
                    <a:pt x="8121" y="1"/>
                  </a:cubicBezTo>
                  <a:close/>
                </a:path>
              </a:pathLst>
            </a:custGeom>
            <a:solidFill>
              <a:srgbClr val="88A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54"/>
            <p:cNvSpPr/>
            <p:nvPr/>
          </p:nvSpPr>
          <p:spPr>
            <a:xfrm>
              <a:off x="-792500" y="2820125"/>
              <a:ext cx="205875" cy="353950"/>
            </a:xfrm>
            <a:custGeom>
              <a:rect b="b" l="l" r="r" t="t"/>
              <a:pathLst>
                <a:path extrusionOk="0" h="14158" w="8235">
                  <a:moveTo>
                    <a:pt x="8234" y="0"/>
                  </a:moveTo>
                  <a:cubicBezTo>
                    <a:pt x="6626" y="4330"/>
                    <a:pt x="3976" y="8383"/>
                    <a:pt x="164" y="10756"/>
                  </a:cubicBezTo>
                  <a:cubicBezTo>
                    <a:pt x="64" y="10820"/>
                    <a:pt x="1" y="10926"/>
                    <a:pt x="1" y="11040"/>
                  </a:cubicBezTo>
                  <a:lnTo>
                    <a:pt x="1" y="13817"/>
                  </a:lnTo>
                  <a:cubicBezTo>
                    <a:pt x="1" y="14001"/>
                    <a:pt x="156" y="14157"/>
                    <a:pt x="341" y="14157"/>
                  </a:cubicBezTo>
                  <a:lnTo>
                    <a:pt x="7901" y="14157"/>
                  </a:lnTo>
                  <a:cubicBezTo>
                    <a:pt x="8085" y="14157"/>
                    <a:pt x="8234" y="14001"/>
                    <a:pt x="8234" y="13817"/>
                  </a:cubicBezTo>
                  <a:lnTo>
                    <a:pt x="8234" y="0"/>
                  </a:lnTo>
                  <a:close/>
                </a:path>
              </a:pathLst>
            </a:custGeom>
            <a:solidFill>
              <a:srgbClr val="D1D8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54"/>
            <p:cNvSpPr/>
            <p:nvPr/>
          </p:nvSpPr>
          <p:spPr>
            <a:xfrm>
              <a:off x="-747150" y="3174050"/>
              <a:ext cx="115350" cy="32075"/>
            </a:xfrm>
            <a:custGeom>
              <a:rect b="b" l="l" r="r" t="t"/>
              <a:pathLst>
                <a:path extrusionOk="0" h="1283" w="4614">
                  <a:moveTo>
                    <a:pt x="0" y="0"/>
                  </a:moveTo>
                  <a:lnTo>
                    <a:pt x="0" y="1127"/>
                  </a:lnTo>
                  <a:cubicBezTo>
                    <a:pt x="0" y="1212"/>
                    <a:pt x="71" y="1283"/>
                    <a:pt x="156" y="1283"/>
                  </a:cubicBezTo>
                  <a:lnTo>
                    <a:pt x="4457" y="1283"/>
                  </a:lnTo>
                  <a:cubicBezTo>
                    <a:pt x="4542" y="1283"/>
                    <a:pt x="4613" y="1212"/>
                    <a:pt x="4613" y="1127"/>
                  </a:cubicBezTo>
                  <a:lnTo>
                    <a:pt x="4606" y="0"/>
                  </a:lnTo>
                  <a:close/>
                </a:path>
              </a:pathLst>
            </a:custGeom>
            <a:solidFill>
              <a:srgbClr val="D89F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4"/>
            <p:cNvSpPr/>
            <p:nvPr/>
          </p:nvSpPr>
          <p:spPr>
            <a:xfrm>
              <a:off x="-726775" y="3206100"/>
              <a:ext cx="74600" cy="15450"/>
            </a:xfrm>
            <a:custGeom>
              <a:rect b="b" l="l" r="r" t="t"/>
              <a:pathLst>
                <a:path extrusionOk="0" h="618" w="2984">
                  <a:moveTo>
                    <a:pt x="0" y="1"/>
                  </a:moveTo>
                  <a:cubicBezTo>
                    <a:pt x="0" y="341"/>
                    <a:pt x="270" y="617"/>
                    <a:pt x="610" y="617"/>
                  </a:cubicBezTo>
                  <a:lnTo>
                    <a:pt x="2367" y="617"/>
                  </a:lnTo>
                  <a:cubicBezTo>
                    <a:pt x="2707" y="617"/>
                    <a:pt x="2983" y="341"/>
                    <a:pt x="2983" y="1"/>
                  </a:cubicBezTo>
                  <a:close/>
                </a:path>
              </a:pathLst>
            </a:custGeom>
            <a:solidFill>
              <a:srgbClr val="C3CC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54"/>
            <p:cNvSpPr/>
            <p:nvPr/>
          </p:nvSpPr>
          <p:spPr>
            <a:xfrm>
              <a:off x="-654150" y="2853950"/>
              <a:ext cx="175575" cy="168825"/>
            </a:xfrm>
            <a:custGeom>
              <a:rect b="b" l="l" r="r" t="t"/>
              <a:pathLst>
                <a:path extrusionOk="0" h="6753" w="7023">
                  <a:moveTo>
                    <a:pt x="3655" y="1"/>
                  </a:moveTo>
                  <a:cubicBezTo>
                    <a:pt x="3651" y="1"/>
                    <a:pt x="3647" y="1"/>
                    <a:pt x="3642" y="1"/>
                  </a:cubicBezTo>
                  <a:cubicBezTo>
                    <a:pt x="2275" y="1"/>
                    <a:pt x="1042" y="823"/>
                    <a:pt x="525" y="2084"/>
                  </a:cubicBezTo>
                  <a:cubicBezTo>
                    <a:pt x="0" y="3345"/>
                    <a:pt x="291" y="4798"/>
                    <a:pt x="1255" y="5761"/>
                  </a:cubicBezTo>
                  <a:cubicBezTo>
                    <a:pt x="1899" y="6411"/>
                    <a:pt x="2767" y="6753"/>
                    <a:pt x="3648" y="6753"/>
                  </a:cubicBezTo>
                  <a:cubicBezTo>
                    <a:pt x="4083" y="6753"/>
                    <a:pt x="4522" y="6669"/>
                    <a:pt x="4939" y="6498"/>
                  </a:cubicBezTo>
                  <a:cubicBezTo>
                    <a:pt x="6200" y="5974"/>
                    <a:pt x="7022" y="4741"/>
                    <a:pt x="7022" y="3373"/>
                  </a:cubicBezTo>
                  <a:cubicBezTo>
                    <a:pt x="7022" y="1514"/>
                    <a:pt x="5513" y="1"/>
                    <a:pt x="3655" y="1"/>
                  </a:cubicBezTo>
                  <a:close/>
                </a:path>
              </a:pathLst>
            </a:custGeom>
            <a:solidFill>
              <a:srgbClr val="D89F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54"/>
            <p:cNvSpPr/>
            <p:nvPr/>
          </p:nvSpPr>
          <p:spPr>
            <a:xfrm>
              <a:off x="-640325" y="2866700"/>
              <a:ext cx="148800" cy="143150"/>
            </a:xfrm>
            <a:custGeom>
              <a:rect b="b" l="l" r="r" t="t"/>
              <a:pathLst>
                <a:path extrusionOk="0" h="5726" w="5952">
                  <a:moveTo>
                    <a:pt x="3091" y="1"/>
                  </a:moveTo>
                  <a:cubicBezTo>
                    <a:pt x="2345" y="1"/>
                    <a:pt x="1612" y="292"/>
                    <a:pt x="1063" y="837"/>
                  </a:cubicBezTo>
                  <a:cubicBezTo>
                    <a:pt x="248" y="1659"/>
                    <a:pt x="0" y="2892"/>
                    <a:pt x="446" y="3962"/>
                  </a:cubicBezTo>
                  <a:cubicBezTo>
                    <a:pt x="886" y="5032"/>
                    <a:pt x="1934" y="5726"/>
                    <a:pt x="3089" y="5726"/>
                  </a:cubicBezTo>
                  <a:cubicBezTo>
                    <a:pt x="4670" y="5726"/>
                    <a:pt x="5952" y="4444"/>
                    <a:pt x="5952" y="2863"/>
                  </a:cubicBezTo>
                  <a:cubicBezTo>
                    <a:pt x="5952" y="1708"/>
                    <a:pt x="5258" y="660"/>
                    <a:pt x="4188" y="220"/>
                  </a:cubicBezTo>
                  <a:cubicBezTo>
                    <a:pt x="3833" y="72"/>
                    <a:pt x="3460" y="1"/>
                    <a:pt x="3091" y="1"/>
                  </a:cubicBezTo>
                  <a:close/>
                </a:path>
              </a:pathLst>
            </a:custGeom>
            <a:solidFill>
              <a:srgbClr val="C3CC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54"/>
            <p:cNvSpPr/>
            <p:nvPr/>
          </p:nvSpPr>
          <p:spPr>
            <a:xfrm>
              <a:off x="-736000" y="2597100"/>
              <a:ext cx="92850" cy="135350"/>
            </a:xfrm>
            <a:custGeom>
              <a:rect b="b" l="l" r="r" t="t"/>
              <a:pathLst>
                <a:path extrusionOk="0" h="5414" w="3714">
                  <a:moveTo>
                    <a:pt x="1" y="1"/>
                  </a:moveTo>
                  <a:lnTo>
                    <a:pt x="1" y="5414"/>
                  </a:lnTo>
                  <a:lnTo>
                    <a:pt x="3714" y="5414"/>
                  </a:lnTo>
                  <a:lnTo>
                    <a:pt x="3714" y="1"/>
                  </a:lnTo>
                  <a:close/>
                </a:path>
              </a:pathLst>
            </a:custGeom>
            <a:solidFill>
              <a:srgbClr val="C3CC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4"/>
            <p:cNvSpPr/>
            <p:nvPr/>
          </p:nvSpPr>
          <p:spPr>
            <a:xfrm>
              <a:off x="-769300" y="2573725"/>
              <a:ext cx="159450" cy="23400"/>
            </a:xfrm>
            <a:custGeom>
              <a:rect b="b" l="l" r="r" t="t"/>
              <a:pathLst>
                <a:path extrusionOk="0" h="936" w="6378">
                  <a:moveTo>
                    <a:pt x="1" y="0"/>
                  </a:moveTo>
                  <a:cubicBezTo>
                    <a:pt x="1" y="517"/>
                    <a:pt x="419" y="936"/>
                    <a:pt x="936" y="936"/>
                  </a:cubicBezTo>
                  <a:lnTo>
                    <a:pt x="5443" y="936"/>
                  </a:lnTo>
                  <a:cubicBezTo>
                    <a:pt x="5960" y="936"/>
                    <a:pt x="6378" y="517"/>
                    <a:pt x="6378" y="0"/>
                  </a:cubicBezTo>
                  <a:close/>
                </a:path>
              </a:pathLst>
            </a:custGeom>
            <a:solidFill>
              <a:srgbClr val="D89F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4"/>
            <p:cNvSpPr/>
            <p:nvPr/>
          </p:nvSpPr>
          <p:spPr>
            <a:xfrm>
              <a:off x="-917025" y="3394950"/>
              <a:ext cx="756225" cy="56875"/>
            </a:xfrm>
            <a:custGeom>
              <a:rect b="b" l="l" r="r" t="t"/>
              <a:pathLst>
                <a:path extrusionOk="0" h="2275" w="30249">
                  <a:moveTo>
                    <a:pt x="376" y="0"/>
                  </a:moveTo>
                  <a:cubicBezTo>
                    <a:pt x="163" y="0"/>
                    <a:pt x="0" y="163"/>
                    <a:pt x="0" y="376"/>
                  </a:cubicBezTo>
                  <a:lnTo>
                    <a:pt x="0" y="1899"/>
                  </a:lnTo>
                  <a:cubicBezTo>
                    <a:pt x="0" y="2105"/>
                    <a:pt x="163" y="2275"/>
                    <a:pt x="376" y="2275"/>
                  </a:cubicBezTo>
                  <a:lnTo>
                    <a:pt x="29873" y="2275"/>
                  </a:lnTo>
                  <a:cubicBezTo>
                    <a:pt x="30079" y="2275"/>
                    <a:pt x="30249" y="2105"/>
                    <a:pt x="30249" y="1899"/>
                  </a:cubicBezTo>
                  <a:lnTo>
                    <a:pt x="30249" y="376"/>
                  </a:lnTo>
                  <a:cubicBezTo>
                    <a:pt x="30249" y="163"/>
                    <a:pt x="30079" y="0"/>
                    <a:pt x="29873" y="0"/>
                  </a:cubicBezTo>
                  <a:close/>
                </a:path>
              </a:pathLst>
            </a:custGeom>
            <a:solidFill>
              <a:srgbClr val="88A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4"/>
            <p:cNvSpPr/>
            <p:nvPr/>
          </p:nvSpPr>
          <p:spPr>
            <a:xfrm>
              <a:off x="-1056625" y="3705125"/>
              <a:ext cx="917100" cy="55625"/>
            </a:xfrm>
            <a:custGeom>
              <a:rect b="b" l="l" r="r" t="t"/>
              <a:pathLst>
                <a:path extrusionOk="0" h="2225" w="36684">
                  <a:moveTo>
                    <a:pt x="3799" y="0"/>
                  </a:moveTo>
                  <a:cubicBezTo>
                    <a:pt x="2226" y="0"/>
                    <a:pt x="773" y="850"/>
                    <a:pt x="1" y="2225"/>
                  </a:cubicBezTo>
                  <a:lnTo>
                    <a:pt x="35989" y="2225"/>
                  </a:lnTo>
                  <a:cubicBezTo>
                    <a:pt x="36371" y="2225"/>
                    <a:pt x="36683" y="1913"/>
                    <a:pt x="36683" y="1531"/>
                  </a:cubicBezTo>
                  <a:lnTo>
                    <a:pt x="36683" y="694"/>
                  </a:lnTo>
                  <a:cubicBezTo>
                    <a:pt x="36683" y="312"/>
                    <a:pt x="36371" y="0"/>
                    <a:pt x="35989" y="0"/>
                  </a:cubicBezTo>
                  <a:close/>
                </a:path>
              </a:pathLst>
            </a:custGeom>
            <a:solidFill>
              <a:srgbClr val="C3CC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4"/>
            <p:cNvSpPr/>
            <p:nvPr/>
          </p:nvSpPr>
          <p:spPr>
            <a:xfrm>
              <a:off x="-777450" y="2985250"/>
              <a:ext cx="6775" cy="60525"/>
            </a:xfrm>
            <a:custGeom>
              <a:rect b="b" l="l" r="r" t="t"/>
              <a:pathLst>
                <a:path extrusionOk="0" h="2421" w="271">
                  <a:moveTo>
                    <a:pt x="135" y="1"/>
                  </a:moveTo>
                  <a:cubicBezTo>
                    <a:pt x="68" y="1"/>
                    <a:pt x="1" y="45"/>
                    <a:pt x="1" y="134"/>
                  </a:cubicBezTo>
                  <a:lnTo>
                    <a:pt x="1" y="2288"/>
                  </a:lnTo>
                  <a:cubicBezTo>
                    <a:pt x="1" y="2376"/>
                    <a:pt x="68" y="2421"/>
                    <a:pt x="135" y="2421"/>
                  </a:cubicBezTo>
                  <a:cubicBezTo>
                    <a:pt x="203" y="2421"/>
                    <a:pt x="270" y="2376"/>
                    <a:pt x="270" y="2288"/>
                  </a:cubicBezTo>
                  <a:lnTo>
                    <a:pt x="270" y="134"/>
                  </a:lnTo>
                  <a:cubicBezTo>
                    <a:pt x="270" y="45"/>
                    <a:pt x="203" y="1"/>
                    <a:pt x="135" y="1"/>
                  </a:cubicBezTo>
                  <a:close/>
                </a:path>
              </a:pathLst>
            </a:custGeom>
            <a:solidFill>
              <a:srgbClr val="E6F0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4"/>
            <p:cNvSpPr/>
            <p:nvPr/>
          </p:nvSpPr>
          <p:spPr>
            <a:xfrm>
              <a:off x="-777450" y="2760475"/>
              <a:ext cx="6775" cy="160775"/>
            </a:xfrm>
            <a:custGeom>
              <a:rect b="b" l="l" r="r" t="t"/>
              <a:pathLst>
                <a:path extrusionOk="0" h="6431" w="271">
                  <a:moveTo>
                    <a:pt x="135" y="0"/>
                  </a:moveTo>
                  <a:cubicBezTo>
                    <a:pt x="68" y="0"/>
                    <a:pt x="1" y="45"/>
                    <a:pt x="1" y="133"/>
                  </a:cubicBezTo>
                  <a:lnTo>
                    <a:pt x="1" y="6298"/>
                  </a:lnTo>
                  <a:cubicBezTo>
                    <a:pt x="1" y="6386"/>
                    <a:pt x="68" y="6430"/>
                    <a:pt x="135" y="6430"/>
                  </a:cubicBezTo>
                  <a:cubicBezTo>
                    <a:pt x="203" y="6430"/>
                    <a:pt x="270" y="6386"/>
                    <a:pt x="270" y="6298"/>
                  </a:cubicBezTo>
                  <a:lnTo>
                    <a:pt x="270" y="133"/>
                  </a:lnTo>
                  <a:cubicBezTo>
                    <a:pt x="270" y="45"/>
                    <a:pt x="203" y="0"/>
                    <a:pt x="135" y="0"/>
                  </a:cubicBezTo>
                  <a:close/>
                </a:path>
              </a:pathLst>
            </a:custGeom>
            <a:solidFill>
              <a:srgbClr val="E6F0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4"/>
            <p:cNvSpPr/>
            <p:nvPr/>
          </p:nvSpPr>
          <p:spPr>
            <a:xfrm>
              <a:off x="-898425" y="3406650"/>
              <a:ext cx="24325" cy="23000"/>
            </a:xfrm>
            <a:custGeom>
              <a:rect b="b" l="l" r="r" t="t"/>
              <a:pathLst>
                <a:path extrusionOk="0" h="920" w="973">
                  <a:moveTo>
                    <a:pt x="539" y="259"/>
                  </a:moveTo>
                  <a:lnTo>
                    <a:pt x="539" y="259"/>
                  </a:lnTo>
                  <a:cubicBezTo>
                    <a:pt x="539" y="259"/>
                    <a:pt x="538" y="259"/>
                    <a:pt x="537" y="260"/>
                  </a:cubicBezTo>
                  <a:lnTo>
                    <a:pt x="537" y="260"/>
                  </a:lnTo>
                  <a:cubicBezTo>
                    <a:pt x="538" y="259"/>
                    <a:pt x="539" y="259"/>
                    <a:pt x="539" y="259"/>
                  </a:cubicBezTo>
                  <a:close/>
                  <a:moveTo>
                    <a:pt x="569" y="1"/>
                  </a:moveTo>
                  <a:cubicBezTo>
                    <a:pt x="474" y="1"/>
                    <a:pt x="378" y="24"/>
                    <a:pt x="291" y="71"/>
                  </a:cubicBezTo>
                  <a:cubicBezTo>
                    <a:pt x="121" y="170"/>
                    <a:pt x="15" y="347"/>
                    <a:pt x="7" y="538"/>
                  </a:cubicBezTo>
                  <a:cubicBezTo>
                    <a:pt x="0" y="652"/>
                    <a:pt x="29" y="758"/>
                    <a:pt x="78" y="850"/>
                  </a:cubicBezTo>
                  <a:cubicBezTo>
                    <a:pt x="107" y="899"/>
                    <a:pt x="149" y="919"/>
                    <a:pt x="191" y="919"/>
                  </a:cubicBezTo>
                  <a:cubicBezTo>
                    <a:pt x="282" y="919"/>
                    <a:pt x="370" y="822"/>
                    <a:pt x="312" y="715"/>
                  </a:cubicBezTo>
                  <a:lnTo>
                    <a:pt x="298" y="680"/>
                  </a:lnTo>
                  <a:cubicBezTo>
                    <a:pt x="295" y="675"/>
                    <a:pt x="294" y="672"/>
                    <a:pt x="293" y="672"/>
                  </a:cubicBezTo>
                  <a:lnTo>
                    <a:pt x="293" y="672"/>
                  </a:lnTo>
                  <a:cubicBezTo>
                    <a:pt x="292" y="672"/>
                    <a:pt x="294" y="678"/>
                    <a:pt x="298" y="687"/>
                  </a:cubicBezTo>
                  <a:lnTo>
                    <a:pt x="291" y="673"/>
                  </a:lnTo>
                  <a:cubicBezTo>
                    <a:pt x="284" y="652"/>
                    <a:pt x="277" y="637"/>
                    <a:pt x="277" y="616"/>
                  </a:cubicBezTo>
                  <a:lnTo>
                    <a:pt x="277" y="609"/>
                  </a:lnTo>
                  <a:lnTo>
                    <a:pt x="277" y="574"/>
                  </a:lnTo>
                  <a:cubicBezTo>
                    <a:pt x="277" y="560"/>
                    <a:pt x="284" y="517"/>
                    <a:pt x="277" y="510"/>
                  </a:cubicBezTo>
                  <a:lnTo>
                    <a:pt x="277" y="503"/>
                  </a:lnTo>
                  <a:cubicBezTo>
                    <a:pt x="277" y="496"/>
                    <a:pt x="277" y="489"/>
                    <a:pt x="284" y="475"/>
                  </a:cubicBezTo>
                  <a:cubicBezTo>
                    <a:pt x="284" y="467"/>
                    <a:pt x="284" y="453"/>
                    <a:pt x="291" y="446"/>
                  </a:cubicBezTo>
                  <a:lnTo>
                    <a:pt x="298" y="426"/>
                  </a:lnTo>
                  <a:lnTo>
                    <a:pt x="298" y="426"/>
                  </a:lnTo>
                  <a:cubicBezTo>
                    <a:pt x="293" y="439"/>
                    <a:pt x="292" y="443"/>
                    <a:pt x="293" y="443"/>
                  </a:cubicBezTo>
                  <a:cubicBezTo>
                    <a:pt x="294" y="443"/>
                    <a:pt x="295" y="442"/>
                    <a:pt x="298" y="439"/>
                  </a:cubicBezTo>
                  <a:cubicBezTo>
                    <a:pt x="305" y="418"/>
                    <a:pt x="319" y="397"/>
                    <a:pt x="326" y="382"/>
                  </a:cubicBezTo>
                  <a:lnTo>
                    <a:pt x="333" y="368"/>
                  </a:lnTo>
                  <a:lnTo>
                    <a:pt x="333" y="368"/>
                  </a:lnTo>
                  <a:cubicBezTo>
                    <a:pt x="329" y="377"/>
                    <a:pt x="327" y="383"/>
                    <a:pt x="328" y="383"/>
                  </a:cubicBezTo>
                  <a:cubicBezTo>
                    <a:pt x="329" y="383"/>
                    <a:pt x="331" y="381"/>
                    <a:pt x="333" y="375"/>
                  </a:cubicBezTo>
                  <a:lnTo>
                    <a:pt x="355" y="354"/>
                  </a:lnTo>
                  <a:lnTo>
                    <a:pt x="376" y="333"/>
                  </a:lnTo>
                  <a:lnTo>
                    <a:pt x="383" y="326"/>
                  </a:lnTo>
                  <a:cubicBezTo>
                    <a:pt x="390" y="319"/>
                    <a:pt x="411" y="304"/>
                    <a:pt x="433" y="297"/>
                  </a:cubicBezTo>
                  <a:lnTo>
                    <a:pt x="447" y="290"/>
                  </a:lnTo>
                  <a:cubicBezTo>
                    <a:pt x="454" y="287"/>
                    <a:pt x="457" y="285"/>
                    <a:pt x="457" y="285"/>
                  </a:cubicBezTo>
                  <a:lnTo>
                    <a:pt x="457" y="285"/>
                  </a:lnTo>
                  <a:cubicBezTo>
                    <a:pt x="456" y="285"/>
                    <a:pt x="450" y="287"/>
                    <a:pt x="440" y="290"/>
                  </a:cubicBezTo>
                  <a:lnTo>
                    <a:pt x="468" y="276"/>
                  </a:lnTo>
                  <a:cubicBezTo>
                    <a:pt x="489" y="269"/>
                    <a:pt x="511" y="269"/>
                    <a:pt x="532" y="262"/>
                  </a:cubicBezTo>
                  <a:lnTo>
                    <a:pt x="603" y="262"/>
                  </a:lnTo>
                  <a:cubicBezTo>
                    <a:pt x="624" y="269"/>
                    <a:pt x="645" y="269"/>
                    <a:pt x="666" y="276"/>
                  </a:cubicBezTo>
                  <a:lnTo>
                    <a:pt x="695" y="283"/>
                  </a:lnTo>
                  <a:lnTo>
                    <a:pt x="688" y="283"/>
                  </a:lnTo>
                  <a:lnTo>
                    <a:pt x="702" y="290"/>
                  </a:lnTo>
                  <a:cubicBezTo>
                    <a:pt x="728" y="307"/>
                    <a:pt x="753" y="314"/>
                    <a:pt x="777" y="314"/>
                  </a:cubicBezTo>
                  <a:cubicBezTo>
                    <a:pt x="896" y="314"/>
                    <a:pt x="972" y="134"/>
                    <a:pt x="836" y="64"/>
                  </a:cubicBezTo>
                  <a:cubicBezTo>
                    <a:pt x="753" y="22"/>
                    <a:pt x="661" y="1"/>
                    <a:pt x="569" y="1"/>
                  </a:cubicBezTo>
                  <a:close/>
                </a:path>
              </a:pathLst>
            </a:custGeom>
            <a:solidFill>
              <a:srgbClr val="E6F0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4"/>
            <p:cNvSpPr/>
            <p:nvPr/>
          </p:nvSpPr>
          <p:spPr>
            <a:xfrm>
              <a:off x="-853425" y="3406800"/>
              <a:ext cx="195575" cy="6775"/>
            </a:xfrm>
            <a:custGeom>
              <a:rect b="b" l="l" r="r" t="t"/>
              <a:pathLst>
                <a:path extrusionOk="0" h="271" w="7823">
                  <a:moveTo>
                    <a:pt x="177" y="1"/>
                  </a:moveTo>
                  <a:cubicBezTo>
                    <a:pt x="0" y="1"/>
                    <a:pt x="0" y="270"/>
                    <a:pt x="177" y="270"/>
                  </a:cubicBezTo>
                  <a:lnTo>
                    <a:pt x="7645" y="270"/>
                  </a:lnTo>
                  <a:cubicBezTo>
                    <a:pt x="7823" y="270"/>
                    <a:pt x="7823" y="1"/>
                    <a:pt x="7645" y="1"/>
                  </a:cubicBezTo>
                  <a:close/>
                </a:path>
              </a:pathLst>
            </a:custGeom>
            <a:solidFill>
              <a:srgbClr val="E6F0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4"/>
            <p:cNvSpPr/>
            <p:nvPr/>
          </p:nvSpPr>
          <p:spPr>
            <a:xfrm>
              <a:off x="-316175" y="3160825"/>
              <a:ext cx="31375" cy="214300"/>
            </a:xfrm>
            <a:custGeom>
              <a:rect b="b" l="l" r="r" t="t"/>
              <a:pathLst>
                <a:path extrusionOk="0" h="8572" w="1255">
                  <a:moveTo>
                    <a:pt x="153" y="1"/>
                  </a:moveTo>
                  <a:cubicBezTo>
                    <a:pt x="77" y="1"/>
                    <a:pt x="1" y="63"/>
                    <a:pt x="22" y="161"/>
                  </a:cubicBezTo>
                  <a:cubicBezTo>
                    <a:pt x="624" y="2251"/>
                    <a:pt x="915" y="4419"/>
                    <a:pt x="879" y="6602"/>
                  </a:cubicBezTo>
                  <a:cubicBezTo>
                    <a:pt x="872" y="7218"/>
                    <a:pt x="837" y="7835"/>
                    <a:pt x="773" y="8444"/>
                  </a:cubicBezTo>
                  <a:cubicBezTo>
                    <a:pt x="766" y="8529"/>
                    <a:pt x="828" y="8572"/>
                    <a:pt x="894" y="8572"/>
                  </a:cubicBezTo>
                  <a:cubicBezTo>
                    <a:pt x="961" y="8572"/>
                    <a:pt x="1032" y="8529"/>
                    <a:pt x="1042" y="8444"/>
                  </a:cubicBezTo>
                  <a:cubicBezTo>
                    <a:pt x="1255" y="6255"/>
                    <a:pt x="1149" y="4044"/>
                    <a:pt x="716" y="1883"/>
                  </a:cubicBezTo>
                  <a:cubicBezTo>
                    <a:pt x="596" y="1280"/>
                    <a:pt x="447" y="685"/>
                    <a:pt x="277" y="90"/>
                  </a:cubicBezTo>
                  <a:cubicBezTo>
                    <a:pt x="254" y="28"/>
                    <a:pt x="204" y="1"/>
                    <a:pt x="1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72" name="Google Shape;472;p54" title="horizontal wordmark transparent.png"/>
          <p:cNvPicPr preferRelativeResize="0"/>
          <p:nvPr/>
        </p:nvPicPr>
        <p:blipFill>
          <a:blip r:embed="rId4">
            <a:alphaModFix/>
          </a:blip>
          <a:stretch>
            <a:fillRect/>
          </a:stretch>
        </p:blipFill>
        <p:spPr>
          <a:xfrm>
            <a:off x="91425" y="4601175"/>
            <a:ext cx="1636500" cy="451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6" name="Shape 476"/>
        <p:cNvGrpSpPr/>
        <p:nvPr/>
      </p:nvGrpSpPr>
      <p:grpSpPr>
        <a:xfrm>
          <a:off x="0" y="0"/>
          <a:ext cx="0" cy="0"/>
          <a:chOff x="0" y="0"/>
          <a:chExt cx="0" cy="0"/>
        </a:xfrm>
      </p:grpSpPr>
      <p:sp>
        <p:nvSpPr>
          <p:cNvPr id="477" name="Google Shape;477;p55"/>
          <p:cNvSpPr txBox="1"/>
          <p:nvPr>
            <p:ph type="ctrTitle"/>
          </p:nvPr>
        </p:nvSpPr>
        <p:spPr>
          <a:xfrm flipH="1">
            <a:off x="612075" y="1881706"/>
            <a:ext cx="4182900" cy="1123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Timeline</a:t>
            </a:r>
            <a:endParaRPr/>
          </a:p>
        </p:txBody>
      </p:sp>
      <p:sp>
        <p:nvSpPr>
          <p:cNvPr id="478" name="Google Shape;478;p55"/>
          <p:cNvSpPr txBox="1"/>
          <p:nvPr>
            <p:ph idx="1" type="subTitle"/>
          </p:nvPr>
        </p:nvSpPr>
        <p:spPr>
          <a:xfrm flipH="1">
            <a:off x="612075" y="2837144"/>
            <a:ext cx="2559900" cy="57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Important dates + overview</a:t>
            </a:r>
            <a:endParaRPr/>
          </a:p>
        </p:txBody>
      </p:sp>
      <p:sp>
        <p:nvSpPr>
          <p:cNvPr id="479" name="Google Shape;479;p55"/>
          <p:cNvSpPr txBox="1"/>
          <p:nvPr>
            <p:ph idx="2" type="title"/>
          </p:nvPr>
        </p:nvSpPr>
        <p:spPr>
          <a:xfrm flipH="1">
            <a:off x="4880701" y="2478400"/>
            <a:ext cx="13119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pic>
        <p:nvPicPr>
          <p:cNvPr id="480" name="Google Shape;480;p55" title="horizontal wordmark transparent.png"/>
          <p:cNvPicPr preferRelativeResize="0"/>
          <p:nvPr/>
        </p:nvPicPr>
        <p:blipFill>
          <a:blip r:embed="rId4">
            <a:alphaModFix/>
          </a:blip>
          <a:stretch>
            <a:fillRect/>
          </a:stretch>
        </p:blipFill>
        <p:spPr>
          <a:xfrm>
            <a:off x="91425" y="4601175"/>
            <a:ext cx="1636500" cy="451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6"/>
          <p:cNvSpPr txBox="1"/>
          <p:nvPr>
            <p:ph type="title"/>
          </p:nvPr>
        </p:nvSpPr>
        <p:spPr>
          <a:xfrm>
            <a:off x="2421000" y="283608"/>
            <a:ext cx="43020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Timeline</a:t>
            </a:r>
            <a:endParaRPr/>
          </a:p>
        </p:txBody>
      </p:sp>
      <p:sp>
        <p:nvSpPr>
          <p:cNvPr id="486" name="Google Shape;486;p56"/>
          <p:cNvSpPr txBox="1"/>
          <p:nvPr>
            <p:ph idx="4294967295" type="subTitle"/>
          </p:nvPr>
        </p:nvSpPr>
        <p:spPr>
          <a:xfrm flipH="1">
            <a:off x="610100" y="3638797"/>
            <a:ext cx="1723800" cy="11769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n" sz="1400"/>
              <a:t>Workshop 1: Dissecting Scientific Literature</a:t>
            </a:r>
            <a:endParaRPr sz="1400"/>
          </a:p>
        </p:txBody>
      </p:sp>
      <p:sp>
        <p:nvSpPr>
          <p:cNvPr id="487" name="Google Shape;487;p56"/>
          <p:cNvSpPr txBox="1"/>
          <p:nvPr>
            <p:ph idx="4294967295" type="ctrTitle"/>
          </p:nvPr>
        </p:nvSpPr>
        <p:spPr>
          <a:xfrm flipH="1">
            <a:off x="419602" y="3272550"/>
            <a:ext cx="2104800" cy="57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1st Week(6/30-7/6)</a:t>
            </a:r>
            <a:endParaRPr sz="2200"/>
          </a:p>
        </p:txBody>
      </p:sp>
      <p:sp>
        <p:nvSpPr>
          <p:cNvPr id="488" name="Google Shape;488;p56"/>
          <p:cNvSpPr txBox="1"/>
          <p:nvPr>
            <p:ph idx="4294967295" type="subTitle"/>
          </p:nvPr>
        </p:nvSpPr>
        <p:spPr>
          <a:xfrm flipH="1">
            <a:off x="3665091" y="3638807"/>
            <a:ext cx="1854900" cy="8754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n" sz="1400"/>
              <a:t>Critical Thinking in Research + ISEF Judge Guest Speaker</a:t>
            </a:r>
            <a:endParaRPr sz="1400"/>
          </a:p>
        </p:txBody>
      </p:sp>
      <p:sp>
        <p:nvSpPr>
          <p:cNvPr id="489" name="Google Shape;489;p56"/>
          <p:cNvSpPr txBox="1"/>
          <p:nvPr>
            <p:ph idx="4294967295" type="ctrTitle"/>
          </p:nvPr>
        </p:nvSpPr>
        <p:spPr>
          <a:xfrm flipH="1">
            <a:off x="3599437" y="3272550"/>
            <a:ext cx="1956300" cy="57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3rd Week(7/14-7/20)</a:t>
            </a:r>
            <a:endParaRPr sz="2200"/>
          </a:p>
        </p:txBody>
      </p:sp>
      <p:sp>
        <p:nvSpPr>
          <p:cNvPr id="490" name="Google Shape;490;p56"/>
          <p:cNvSpPr txBox="1"/>
          <p:nvPr>
            <p:ph idx="4294967295" type="ctrTitle"/>
          </p:nvPr>
        </p:nvSpPr>
        <p:spPr>
          <a:xfrm flipH="1">
            <a:off x="6548025" y="3272550"/>
            <a:ext cx="2241000" cy="57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Presentation Day(7/26)</a:t>
            </a:r>
            <a:endParaRPr sz="2200"/>
          </a:p>
        </p:txBody>
      </p:sp>
      <p:sp>
        <p:nvSpPr>
          <p:cNvPr id="491" name="Google Shape;491;p56"/>
          <p:cNvSpPr txBox="1"/>
          <p:nvPr>
            <p:ph idx="4294967295" type="subTitle"/>
          </p:nvPr>
        </p:nvSpPr>
        <p:spPr>
          <a:xfrm flipH="1">
            <a:off x="5137401" y="1655375"/>
            <a:ext cx="1956300" cy="8754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n" sz="1400"/>
              <a:t>Scientific Presentation + Communication Skills</a:t>
            </a:r>
            <a:endParaRPr sz="1400"/>
          </a:p>
        </p:txBody>
      </p:sp>
      <p:sp>
        <p:nvSpPr>
          <p:cNvPr id="492" name="Google Shape;492;p56"/>
          <p:cNvSpPr txBox="1"/>
          <p:nvPr>
            <p:ph idx="4294967295" type="ctrTitle"/>
          </p:nvPr>
        </p:nvSpPr>
        <p:spPr>
          <a:xfrm flipH="1">
            <a:off x="5188102" y="1257350"/>
            <a:ext cx="1854900" cy="57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4th Week(7/21-7/26)</a:t>
            </a:r>
            <a:endParaRPr sz="2200"/>
          </a:p>
        </p:txBody>
      </p:sp>
      <p:sp>
        <p:nvSpPr>
          <p:cNvPr id="493" name="Google Shape;493;p56"/>
          <p:cNvSpPr txBox="1"/>
          <p:nvPr>
            <p:ph idx="4294967295" type="subTitle"/>
          </p:nvPr>
        </p:nvSpPr>
        <p:spPr>
          <a:xfrm flipH="1">
            <a:off x="2154399" y="1622811"/>
            <a:ext cx="1723800" cy="8754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n" sz="1400"/>
              <a:t>Getting Started with Research</a:t>
            </a:r>
            <a:endParaRPr sz="1400"/>
          </a:p>
        </p:txBody>
      </p:sp>
      <p:sp>
        <p:nvSpPr>
          <p:cNvPr id="494" name="Google Shape;494;p56"/>
          <p:cNvSpPr txBox="1"/>
          <p:nvPr>
            <p:ph idx="4294967295" type="ctrTitle"/>
          </p:nvPr>
        </p:nvSpPr>
        <p:spPr>
          <a:xfrm flipH="1">
            <a:off x="2088852" y="1257350"/>
            <a:ext cx="1854900" cy="57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2nd Week(7/7-7/13)</a:t>
            </a:r>
            <a:endParaRPr sz="2200"/>
          </a:p>
        </p:txBody>
      </p:sp>
      <p:grpSp>
        <p:nvGrpSpPr>
          <p:cNvPr id="495" name="Google Shape;495;p56"/>
          <p:cNvGrpSpPr/>
          <p:nvPr/>
        </p:nvGrpSpPr>
        <p:grpSpPr>
          <a:xfrm>
            <a:off x="1257254" y="2429325"/>
            <a:ext cx="2171408" cy="741991"/>
            <a:chOff x="1166400" y="2429325"/>
            <a:chExt cx="2171408" cy="741991"/>
          </a:xfrm>
        </p:grpSpPr>
        <p:sp>
          <p:nvSpPr>
            <p:cNvPr id="496" name="Google Shape;496;p56"/>
            <p:cNvSpPr/>
            <p:nvPr/>
          </p:nvSpPr>
          <p:spPr>
            <a:xfrm>
              <a:off x="1166400" y="2429325"/>
              <a:ext cx="2171408" cy="741991"/>
            </a:xfrm>
            <a:custGeom>
              <a:rect b="b" l="l" r="r" t="t"/>
              <a:pathLst>
                <a:path extrusionOk="0" h="56814" w="166264">
                  <a:moveTo>
                    <a:pt x="17515" y="19447"/>
                  </a:moveTo>
                  <a:cubicBezTo>
                    <a:pt x="19753" y="19447"/>
                    <a:pt x="21955" y="20321"/>
                    <a:pt x="23601" y="21966"/>
                  </a:cubicBezTo>
                  <a:cubicBezTo>
                    <a:pt x="26045" y="24411"/>
                    <a:pt x="26780" y="28114"/>
                    <a:pt x="25452" y="31322"/>
                  </a:cubicBezTo>
                  <a:cubicBezTo>
                    <a:pt x="24123" y="34530"/>
                    <a:pt x="21000" y="36621"/>
                    <a:pt x="17524" y="36621"/>
                  </a:cubicBezTo>
                  <a:cubicBezTo>
                    <a:pt x="12775" y="36621"/>
                    <a:pt x="8932" y="32777"/>
                    <a:pt x="8932" y="28029"/>
                  </a:cubicBezTo>
                  <a:cubicBezTo>
                    <a:pt x="8932" y="24566"/>
                    <a:pt x="11023" y="21429"/>
                    <a:pt x="14231" y="20101"/>
                  </a:cubicBezTo>
                  <a:cubicBezTo>
                    <a:pt x="15293" y="19661"/>
                    <a:pt x="16408" y="19447"/>
                    <a:pt x="17515" y="19447"/>
                  </a:cubicBezTo>
                  <a:close/>
                  <a:moveTo>
                    <a:pt x="136207" y="6059"/>
                  </a:moveTo>
                  <a:cubicBezTo>
                    <a:pt x="139038" y="6059"/>
                    <a:pt x="141893" y="6607"/>
                    <a:pt x="144613" y="7735"/>
                  </a:cubicBezTo>
                  <a:cubicBezTo>
                    <a:pt x="152824" y="11141"/>
                    <a:pt x="158180" y="19154"/>
                    <a:pt x="158180" y="28029"/>
                  </a:cubicBezTo>
                  <a:cubicBezTo>
                    <a:pt x="158180" y="40168"/>
                    <a:pt x="148344" y="50004"/>
                    <a:pt x="136219" y="50004"/>
                  </a:cubicBezTo>
                  <a:cubicBezTo>
                    <a:pt x="127330" y="50004"/>
                    <a:pt x="119317" y="44648"/>
                    <a:pt x="115911" y="36437"/>
                  </a:cubicBezTo>
                  <a:cubicBezTo>
                    <a:pt x="112505" y="28227"/>
                    <a:pt x="114385" y="18786"/>
                    <a:pt x="120674" y="12498"/>
                  </a:cubicBezTo>
                  <a:cubicBezTo>
                    <a:pt x="124879" y="8292"/>
                    <a:pt x="130494" y="6059"/>
                    <a:pt x="136207" y="6059"/>
                  </a:cubicBezTo>
                  <a:close/>
                  <a:moveTo>
                    <a:pt x="137850" y="1"/>
                  </a:moveTo>
                  <a:cubicBezTo>
                    <a:pt x="135144" y="1"/>
                    <a:pt x="132420" y="388"/>
                    <a:pt x="129761" y="1178"/>
                  </a:cubicBezTo>
                  <a:cubicBezTo>
                    <a:pt x="128559" y="1390"/>
                    <a:pt x="127372" y="1673"/>
                    <a:pt x="126199" y="2068"/>
                  </a:cubicBezTo>
                  <a:cubicBezTo>
                    <a:pt x="120900" y="3778"/>
                    <a:pt x="116081" y="7170"/>
                    <a:pt x="110838" y="10745"/>
                  </a:cubicBezTo>
                  <a:cubicBezTo>
                    <a:pt x="102147" y="16681"/>
                    <a:pt x="92226" y="23083"/>
                    <a:pt x="76794" y="23083"/>
                  </a:cubicBezTo>
                  <a:cubicBezTo>
                    <a:pt x="70222" y="23083"/>
                    <a:pt x="54479" y="21613"/>
                    <a:pt x="40870" y="20200"/>
                  </a:cubicBezTo>
                  <a:cubicBezTo>
                    <a:pt x="37987" y="19903"/>
                    <a:pt x="35189" y="19592"/>
                    <a:pt x="32603" y="19309"/>
                  </a:cubicBezTo>
                  <a:cubicBezTo>
                    <a:pt x="29424" y="13843"/>
                    <a:pt x="23629" y="10632"/>
                    <a:pt x="17535" y="10632"/>
                  </a:cubicBezTo>
                  <a:cubicBezTo>
                    <a:pt x="15988" y="10632"/>
                    <a:pt x="14422" y="10839"/>
                    <a:pt x="12874" y="11268"/>
                  </a:cubicBezTo>
                  <a:cubicBezTo>
                    <a:pt x="5243" y="13388"/>
                    <a:pt x="0" y="20398"/>
                    <a:pt x="127" y="28326"/>
                  </a:cubicBezTo>
                  <a:cubicBezTo>
                    <a:pt x="254" y="36254"/>
                    <a:pt x="5709" y="43094"/>
                    <a:pt x="13411" y="44959"/>
                  </a:cubicBezTo>
                  <a:cubicBezTo>
                    <a:pt x="14787" y="45295"/>
                    <a:pt x="16173" y="45457"/>
                    <a:pt x="17542" y="45457"/>
                  </a:cubicBezTo>
                  <a:cubicBezTo>
                    <a:pt x="23836" y="45457"/>
                    <a:pt x="29784" y="42030"/>
                    <a:pt x="32871" y="36296"/>
                  </a:cubicBezTo>
                  <a:cubicBezTo>
                    <a:pt x="35161" y="36056"/>
                    <a:pt x="37605" y="35787"/>
                    <a:pt x="40135" y="35533"/>
                  </a:cubicBezTo>
                  <a:cubicBezTo>
                    <a:pt x="53914" y="34120"/>
                    <a:pt x="70109" y="32593"/>
                    <a:pt x="76794" y="32593"/>
                  </a:cubicBezTo>
                  <a:cubicBezTo>
                    <a:pt x="98571" y="32593"/>
                    <a:pt x="109354" y="45312"/>
                    <a:pt x="121253" y="51460"/>
                  </a:cubicBezTo>
                  <a:cubicBezTo>
                    <a:pt x="126165" y="54997"/>
                    <a:pt x="131988" y="56814"/>
                    <a:pt x="137859" y="56814"/>
                  </a:cubicBezTo>
                  <a:cubicBezTo>
                    <a:pt x="141582" y="56814"/>
                    <a:pt x="145324" y="56083"/>
                    <a:pt x="148867" y="54597"/>
                  </a:cubicBezTo>
                  <a:cubicBezTo>
                    <a:pt x="157982" y="50767"/>
                    <a:pt x="164455" y="42472"/>
                    <a:pt x="165953" y="32692"/>
                  </a:cubicBezTo>
                  <a:cubicBezTo>
                    <a:pt x="166165" y="31279"/>
                    <a:pt x="166264" y="29852"/>
                    <a:pt x="166264" y="28424"/>
                  </a:cubicBezTo>
                  <a:cubicBezTo>
                    <a:pt x="166264" y="19846"/>
                    <a:pt x="162406" y="11749"/>
                    <a:pt x="155749" y="6350"/>
                  </a:cubicBezTo>
                  <a:cubicBezTo>
                    <a:pt x="150625" y="2191"/>
                    <a:pt x="144289" y="1"/>
                    <a:pt x="137850" y="1"/>
                  </a:cubicBezTo>
                  <a:close/>
                </a:path>
              </a:pathLst>
            </a:custGeom>
            <a:solidFill>
              <a:srgbClr val="D494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6"/>
            <p:cNvSpPr/>
            <p:nvPr/>
          </p:nvSpPr>
          <p:spPr>
            <a:xfrm>
              <a:off x="1183285" y="2583183"/>
              <a:ext cx="424800" cy="424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8" name="Google Shape;498;p56"/>
          <p:cNvSpPr/>
          <p:nvPr/>
        </p:nvSpPr>
        <p:spPr>
          <a:xfrm>
            <a:off x="7470669" y="2583183"/>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9" name="Google Shape;499;p56"/>
          <p:cNvGrpSpPr/>
          <p:nvPr/>
        </p:nvGrpSpPr>
        <p:grpSpPr>
          <a:xfrm>
            <a:off x="2796570" y="2429325"/>
            <a:ext cx="2171408" cy="741991"/>
            <a:chOff x="2705717" y="2429325"/>
            <a:chExt cx="2171408" cy="741991"/>
          </a:xfrm>
        </p:grpSpPr>
        <p:sp>
          <p:nvSpPr>
            <p:cNvPr id="500" name="Google Shape;500;p56"/>
            <p:cNvSpPr/>
            <p:nvPr/>
          </p:nvSpPr>
          <p:spPr>
            <a:xfrm>
              <a:off x="2705717" y="2429325"/>
              <a:ext cx="2171408" cy="741991"/>
            </a:xfrm>
            <a:custGeom>
              <a:rect b="b" l="l" r="r" t="t"/>
              <a:pathLst>
                <a:path extrusionOk="0" h="56814" w="166264">
                  <a:moveTo>
                    <a:pt x="17515" y="19447"/>
                  </a:moveTo>
                  <a:cubicBezTo>
                    <a:pt x="19753" y="19447"/>
                    <a:pt x="21955" y="20321"/>
                    <a:pt x="23601" y="21966"/>
                  </a:cubicBezTo>
                  <a:cubicBezTo>
                    <a:pt x="26045" y="24411"/>
                    <a:pt x="26780" y="28114"/>
                    <a:pt x="25452" y="31322"/>
                  </a:cubicBezTo>
                  <a:cubicBezTo>
                    <a:pt x="24123" y="34530"/>
                    <a:pt x="21000" y="36621"/>
                    <a:pt x="17524" y="36621"/>
                  </a:cubicBezTo>
                  <a:cubicBezTo>
                    <a:pt x="12775" y="36621"/>
                    <a:pt x="8932" y="32777"/>
                    <a:pt x="8932" y="28029"/>
                  </a:cubicBezTo>
                  <a:cubicBezTo>
                    <a:pt x="8932" y="24566"/>
                    <a:pt x="11023" y="21429"/>
                    <a:pt x="14231" y="20101"/>
                  </a:cubicBezTo>
                  <a:cubicBezTo>
                    <a:pt x="15293" y="19661"/>
                    <a:pt x="16408" y="19447"/>
                    <a:pt x="17515" y="19447"/>
                  </a:cubicBezTo>
                  <a:close/>
                  <a:moveTo>
                    <a:pt x="136207" y="6059"/>
                  </a:moveTo>
                  <a:cubicBezTo>
                    <a:pt x="139038" y="6059"/>
                    <a:pt x="141893" y="6607"/>
                    <a:pt x="144613" y="7735"/>
                  </a:cubicBezTo>
                  <a:cubicBezTo>
                    <a:pt x="152824" y="11141"/>
                    <a:pt x="158180" y="19154"/>
                    <a:pt x="158180" y="28029"/>
                  </a:cubicBezTo>
                  <a:cubicBezTo>
                    <a:pt x="158180" y="40168"/>
                    <a:pt x="148344" y="50004"/>
                    <a:pt x="136219" y="50004"/>
                  </a:cubicBezTo>
                  <a:cubicBezTo>
                    <a:pt x="127330" y="50004"/>
                    <a:pt x="119317" y="44648"/>
                    <a:pt x="115911" y="36437"/>
                  </a:cubicBezTo>
                  <a:cubicBezTo>
                    <a:pt x="112505" y="28227"/>
                    <a:pt x="114385" y="18786"/>
                    <a:pt x="120674" y="12498"/>
                  </a:cubicBezTo>
                  <a:cubicBezTo>
                    <a:pt x="124879" y="8292"/>
                    <a:pt x="130494" y="6059"/>
                    <a:pt x="136207" y="6059"/>
                  </a:cubicBezTo>
                  <a:close/>
                  <a:moveTo>
                    <a:pt x="137850" y="1"/>
                  </a:moveTo>
                  <a:cubicBezTo>
                    <a:pt x="135144" y="1"/>
                    <a:pt x="132420" y="388"/>
                    <a:pt x="129761" y="1178"/>
                  </a:cubicBezTo>
                  <a:cubicBezTo>
                    <a:pt x="128559" y="1390"/>
                    <a:pt x="127372" y="1673"/>
                    <a:pt x="126199" y="2068"/>
                  </a:cubicBezTo>
                  <a:cubicBezTo>
                    <a:pt x="120900" y="3778"/>
                    <a:pt x="116081" y="7170"/>
                    <a:pt x="110838" y="10745"/>
                  </a:cubicBezTo>
                  <a:cubicBezTo>
                    <a:pt x="102147" y="16681"/>
                    <a:pt x="92226" y="23083"/>
                    <a:pt x="76794" y="23083"/>
                  </a:cubicBezTo>
                  <a:cubicBezTo>
                    <a:pt x="70222" y="23083"/>
                    <a:pt x="54479" y="21613"/>
                    <a:pt x="40870" y="20200"/>
                  </a:cubicBezTo>
                  <a:cubicBezTo>
                    <a:pt x="37987" y="19903"/>
                    <a:pt x="35189" y="19592"/>
                    <a:pt x="32603" y="19309"/>
                  </a:cubicBezTo>
                  <a:cubicBezTo>
                    <a:pt x="29424" y="13843"/>
                    <a:pt x="23629" y="10632"/>
                    <a:pt x="17535" y="10632"/>
                  </a:cubicBezTo>
                  <a:cubicBezTo>
                    <a:pt x="15988" y="10632"/>
                    <a:pt x="14422" y="10839"/>
                    <a:pt x="12874" y="11268"/>
                  </a:cubicBezTo>
                  <a:cubicBezTo>
                    <a:pt x="5243" y="13388"/>
                    <a:pt x="0" y="20398"/>
                    <a:pt x="127" y="28326"/>
                  </a:cubicBezTo>
                  <a:cubicBezTo>
                    <a:pt x="254" y="36254"/>
                    <a:pt x="5709" y="43094"/>
                    <a:pt x="13411" y="44959"/>
                  </a:cubicBezTo>
                  <a:cubicBezTo>
                    <a:pt x="14787" y="45295"/>
                    <a:pt x="16173" y="45457"/>
                    <a:pt x="17542" y="45457"/>
                  </a:cubicBezTo>
                  <a:cubicBezTo>
                    <a:pt x="23836" y="45457"/>
                    <a:pt x="29784" y="42030"/>
                    <a:pt x="32871" y="36296"/>
                  </a:cubicBezTo>
                  <a:cubicBezTo>
                    <a:pt x="35161" y="36056"/>
                    <a:pt x="37605" y="35787"/>
                    <a:pt x="40135" y="35533"/>
                  </a:cubicBezTo>
                  <a:cubicBezTo>
                    <a:pt x="53914" y="34120"/>
                    <a:pt x="70109" y="32593"/>
                    <a:pt x="76794" y="32593"/>
                  </a:cubicBezTo>
                  <a:cubicBezTo>
                    <a:pt x="98571" y="32593"/>
                    <a:pt x="109354" y="45312"/>
                    <a:pt x="121253" y="51460"/>
                  </a:cubicBezTo>
                  <a:cubicBezTo>
                    <a:pt x="126165" y="54997"/>
                    <a:pt x="131988" y="56814"/>
                    <a:pt x="137859" y="56814"/>
                  </a:cubicBezTo>
                  <a:cubicBezTo>
                    <a:pt x="141582" y="56814"/>
                    <a:pt x="145324" y="56083"/>
                    <a:pt x="148867" y="54597"/>
                  </a:cubicBezTo>
                  <a:cubicBezTo>
                    <a:pt x="157982" y="50767"/>
                    <a:pt x="164455" y="42472"/>
                    <a:pt x="165953" y="32692"/>
                  </a:cubicBezTo>
                  <a:cubicBezTo>
                    <a:pt x="166165" y="31279"/>
                    <a:pt x="166264" y="29852"/>
                    <a:pt x="166264" y="28424"/>
                  </a:cubicBezTo>
                  <a:cubicBezTo>
                    <a:pt x="166264" y="19846"/>
                    <a:pt x="162406" y="11749"/>
                    <a:pt x="155749" y="6350"/>
                  </a:cubicBezTo>
                  <a:cubicBezTo>
                    <a:pt x="150625" y="2191"/>
                    <a:pt x="144289" y="1"/>
                    <a:pt x="13785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6"/>
            <p:cNvSpPr/>
            <p:nvPr/>
          </p:nvSpPr>
          <p:spPr>
            <a:xfrm>
              <a:off x="2727706" y="2575856"/>
              <a:ext cx="424800" cy="424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2" name="Google Shape;502;p56"/>
          <p:cNvGrpSpPr/>
          <p:nvPr/>
        </p:nvGrpSpPr>
        <p:grpSpPr>
          <a:xfrm>
            <a:off x="4346724" y="2429325"/>
            <a:ext cx="2171408" cy="741991"/>
            <a:chOff x="4255870" y="2429325"/>
            <a:chExt cx="2171408" cy="741991"/>
          </a:xfrm>
        </p:grpSpPr>
        <p:sp>
          <p:nvSpPr>
            <p:cNvPr id="503" name="Google Shape;503;p56"/>
            <p:cNvSpPr/>
            <p:nvPr/>
          </p:nvSpPr>
          <p:spPr>
            <a:xfrm>
              <a:off x="4255870" y="2429325"/>
              <a:ext cx="2171408" cy="741991"/>
            </a:xfrm>
            <a:custGeom>
              <a:rect b="b" l="l" r="r" t="t"/>
              <a:pathLst>
                <a:path extrusionOk="0" h="56814" w="166264">
                  <a:moveTo>
                    <a:pt x="17515" y="19447"/>
                  </a:moveTo>
                  <a:cubicBezTo>
                    <a:pt x="19753" y="19447"/>
                    <a:pt x="21955" y="20321"/>
                    <a:pt x="23601" y="21966"/>
                  </a:cubicBezTo>
                  <a:cubicBezTo>
                    <a:pt x="26045" y="24411"/>
                    <a:pt x="26780" y="28114"/>
                    <a:pt x="25452" y="31322"/>
                  </a:cubicBezTo>
                  <a:cubicBezTo>
                    <a:pt x="24123" y="34530"/>
                    <a:pt x="21000" y="36621"/>
                    <a:pt x="17524" y="36621"/>
                  </a:cubicBezTo>
                  <a:cubicBezTo>
                    <a:pt x="12775" y="36621"/>
                    <a:pt x="8932" y="32777"/>
                    <a:pt x="8932" y="28029"/>
                  </a:cubicBezTo>
                  <a:cubicBezTo>
                    <a:pt x="8932" y="24566"/>
                    <a:pt x="11023" y="21429"/>
                    <a:pt x="14231" y="20101"/>
                  </a:cubicBezTo>
                  <a:cubicBezTo>
                    <a:pt x="15293" y="19661"/>
                    <a:pt x="16408" y="19447"/>
                    <a:pt x="17515" y="19447"/>
                  </a:cubicBezTo>
                  <a:close/>
                  <a:moveTo>
                    <a:pt x="136207" y="6059"/>
                  </a:moveTo>
                  <a:cubicBezTo>
                    <a:pt x="139038" y="6059"/>
                    <a:pt x="141893" y="6607"/>
                    <a:pt x="144613" y="7735"/>
                  </a:cubicBezTo>
                  <a:cubicBezTo>
                    <a:pt x="152824" y="11141"/>
                    <a:pt x="158180" y="19154"/>
                    <a:pt x="158180" y="28029"/>
                  </a:cubicBezTo>
                  <a:cubicBezTo>
                    <a:pt x="158180" y="40168"/>
                    <a:pt x="148344" y="50004"/>
                    <a:pt x="136219" y="50004"/>
                  </a:cubicBezTo>
                  <a:cubicBezTo>
                    <a:pt x="127330" y="50004"/>
                    <a:pt x="119317" y="44648"/>
                    <a:pt x="115911" y="36437"/>
                  </a:cubicBezTo>
                  <a:cubicBezTo>
                    <a:pt x="112505" y="28227"/>
                    <a:pt x="114385" y="18786"/>
                    <a:pt x="120674" y="12498"/>
                  </a:cubicBezTo>
                  <a:cubicBezTo>
                    <a:pt x="124879" y="8292"/>
                    <a:pt x="130494" y="6059"/>
                    <a:pt x="136207" y="6059"/>
                  </a:cubicBezTo>
                  <a:close/>
                  <a:moveTo>
                    <a:pt x="137850" y="1"/>
                  </a:moveTo>
                  <a:cubicBezTo>
                    <a:pt x="135144" y="1"/>
                    <a:pt x="132420" y="388"/>
                    <a:pt x="129761" y="1178"/>
                  </a:cubicBezTo>
                  <a:cubicBezTo>
                    <a:pt x="128559" y="1390"/>
                    <a:pt x="127372" y="1673"/>
                    <a:pt x="126199" y="2068"/>
                  </a:cubicBezTo>
                  <a:cubicBezTo>
                    <a:pt x="120900" y="3778"/>
                    <a:pt x="116081" y="7170"/>
                    <a:pt x="110838" y="10745"/>
                  </a:cubicBezTo>
                  <a:cubicBezTo>
                    <a:pt x="102147" y="16681"/>
                    <a:pt x="92226" y="23083"/>
                    <a:pt x="76794" y="23083"/>
                  </a:cubicBezTo>
                  <a:cubicBezTo>
                    <a:pt x="70222" y="23083"/>
                    <a:pt x="54479" y="21613"/>
                    <a:pt x="40870" y="20200"/>
                  </a:cubicBezTo>
                  <a:cubicBezTo>
                    <a:pt x="37987" y="19903"/>
                    <a:pt x="35189" y="19592"/>
                    <a:pt x="32603" y="19309"/>
                  </a:cubicBezTo>
                  <a:cubicBezTo>
                    <a:pt x="29424" y="13843"/>
                    <a:pt x="23629" y="10632"/>
                    <a:pt x="17535" y="10632"/>
                  </a:cubicBezTo>
                  <a:cubicBezTo>
                    <a:pt x="15988" y="10632"/>
                    <a:pt x="14422" y="10839"/>
                    <a:pt x="12874" y="11268"/>
                  </a:cubicBezTo>
                  <a:cubicBezTo>
                    <a:pt x="5243" y="13388"/>
                    <a:pt x="0" y="20398"/>
                    <a:pt x="127" y="28326"/>
                  </a:cubicBezTo>
                  <a:cubicBezTo>
                    <a:pt x="254" y="36254"/>
                    <a:pt x="5709" y="43094"/>
                    <a:pt x="13411" y="44959"/>
                  </a:cubicBezTo>
                  <a:cubicBezTo>
                    <a:pt x="14787" y="45295"/>
                    <a:pt x="16173" y="45457"/>
                    <a:pt x="17542" y="45457"/>
                  </a:cubicBezTo>
                  <a:cubicBezTo>
                    <a:pt x="23836" y="45457"/>
                    <a:pt x="29784" y="42030"/>
                    <a:pt x="32871" y="36296"/>
                  </a:cubicBezTo>
                  <a:cubicBezTo>
                    <a:pt x="35161" y="36056"/>
                    <a:pt x="37605" y="35787"/>
                    <a:pt x="40135" y="35533"/>
                  </a:cubicBezTo>
                  <a:cubicBezTo>
                    <a:pt x="53914" y="34120"/>
                    <a:pt x="70109" y="32593"/>
                    <a:pt x="76794" y="32593"/>
                  </a:cubicBezTo>
                  <a:cubicBezTo>
                    <a:pt x="98571" y="32593"/>
                    <a:pt x="109354" y="45312"/>
                    <a:pt x="121253" y="51460"/>
                  </a:cubicBezTo>
                  <a:cubicBezTo>
                    <a:pt x="126165" y="54997"/>
                    <a:pt x="131988" y="56814"/>
                    <a:pt x="137859" y="56814"/>
                  </a:cubicBezTo>
                  <a:cubicBezTo>
                    <a:pt x="141582" y="56814"/>
                    <a:pt x="145324" y="56083"/>
                    <a:pt x="148867" y="54597"/>
                  </a:cubicBezTo>
                  <a:cubicBezTo>
                    <a:pt x="157982" y="50767"/>
                    <a:pt x="164455" y="42472"/>
                    <a:pt x="165953" y="32692"/>
                  </a:cubicBezTo>
                  <a:cubicBezTo>
                    <a:pt x="166165" y="31279"/>
                    <a:pt x="166264" y="29852"/>
                    <a:pt x="166264" y="28424"/>
                  </a:cubicBezTo>
                  <a:cubicBezTo>
                    <a:pt x="166264" y="19846"/>
                    <a:pt x="162406" y="11749"/>
                    <a:pt x="155749" y="6350"/>
                  </a:cubicBezTo>
                  <a:cubicBezTo>
                    <a:pt x="150625" y="2191"/>
                    <a:pt x="144289" y="1"/>
                    <a:pt x="1378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56"/>
            <p:cNvSpPr/>
            <p:nvPr/>
          </p:nvSpPr>
          <p:spPr>
            <a:xfrm>
              <a:off x="4273846" y="2583183"/>
              <a:ext cx="424800" cy="424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 name="Google Shape;505;p56"/>
          <p:cNvGrpSpPr/>
          <p:nvPr/>
        </p:nvGrpSpPr>
        <p:grpSpPr>
          <a:xfrm>
            <a:off x="5896878" y="2429325"/>
            <a:ext cx="2171408" cy="741991"/>
            <a:chOff x="5806024" y="2429325"/>
            <a:chExt cx="2171408" cy="741991"/>
          </a:xfrm>
        </p:grpSpPr>
        <p:sp>
          <p:nvSpPr>
            <p:cNvPr id="506" name="Google Shape;506;p56"/>
            <p:cNvSpPr/>
            <p:nvPr/>
          </p:nvSpPr>
          <p:spPr>
            <a:xfrm>
              <a:off x="5806024" y="2429325"/>
              <a:ext cx="2171408" cy="741991"/>
            </a:xfrm>
            <a:custGeom>
              <a:rect b="b" l="l" r="r" t="t"/>
              <a:pathLst>
                <a:path extrusionOk="0" h="56814" w="166264">
                  <a:moveTo>
                    <a:pt x="17515" y="19447"/>
                  </a:moveTo>
                  <a:cubicBezTo>
                    <a:pt x="19753" y="19447"/>
                    <a:pt x="21955" y="20321"/>
                    <a:pt x="23601" y="21966"/>
                  </a:cubicBezTo>
                  <a:cubicBezTo>
                    <a:pt x="26045" y="24411"/>
                    <a:pt x="26780" y="28114"/>
                    <a:pt x="25452" y="31322"/>
                  </a:cubicBezTo>
                  <a:cubicBezTo>
                    <a:pt x="24123" y="34530"/>
                    <a:pt x="21000" y="36621"/>
                    <a:pt x="17524" y="36621"/>
                  </a:cubicBezTo>
                  <a:cubicBezTo>
                    <a:pt x="12775" y="36621"/>
                    <a:pt x="8932" y="32777"/>
                    <a:pt x="8932" y="28029"/>
                  </a:cubicBezTo>
                  <a:cubicBezTo>
                    <a:pt x="8932" y="24566"/>
                    <a:pt x="11023" y="21429"/>
                    <a:pt x="14231" y="20101"/>
                  </a:cubicBezTo>
                  <a:cubicBezTo>
                    <a:pt x="15293" y="19661"/>
                    <a:pt x="16408" y="19447"/>
                    <a:pt x="17515" y="19447"/>
                  </a:cubicBezTo>
                  <a:close/>
                  <a:moveTo>
                    <a:pt x="136207" y="6059"/>
                  </a:moveTo>
                  <a:cubicBezTo>
                    <a:pt x="139038" y="6059"/>
                    <a:pt x="141893" y="6607"/>
                    <a:pt x="144613" y="7735"/>
                  </a:cubicBezTo>
                  <a:cubicBezTo>
                    <a:pt x="152824" y="11141"/>
                    <a:pt x="158180" y="19154"/>
                    <a:pt x="158180" y="28029"/>
                  </a:cubicBezTo>
                  <a:cubicBezTo>
                    <a:pt x="158180" y="40168"/>
                    <a:pt x="148344" y="50004"/>
                    <a:pt x="136219" y="50004"/>
                  </a:cubicBezTo>
                  <a:cubicBezTo>
                    <a:pt x="127330" y="50004"/>
                    <a:pt x="119317" y="44648"/>
                    <a:pt x="115911" y="36437"/>
                  </a:cubicBezTo>
                  <a:cubicBezTo>
                    <a:pt x="112505" y="28227"/>
                    <a:pt x="114385" y="18786"/>
                    <a:pt x="120674" y="12498"/>
                  </a:cubicBezTo>
                  <a:cubicBezTo>
                    <a:pt x="124879" y="8292"/>
                    <a:pt x="130494" y="6059"/>
                    <a:pt x="136207" y="6059"/>
                  </a:cubicBezTo>
                  <a:close/>
                  <a:moveTo>
                    <a:pt x="137850" y="1"/>
                  </a:moveTo>
                  <a:cubicBezTo>
                    <a:pt x="135144" y="1"/>
                    <a:pt x="132420" y="388"/>
                    <a:pt x="129761" y="1178"/>
                  </a:cubicBezTo>
                  <a:cubicBezTo>
                    <a:pt x="128559" y="1390"/>
                    <a:pt x="127372" y="1673"/>
                    <a:pt x="126199" y="2068"/>
                  </a:cubicBezTo>
                  <a:cubicBezTo>
                    <a:pt x="120900" y="3778"/>
                    <a:pt x="116081" y="7170"/>
                    <a:pt x="110838" y="10745"/>
                  </a:cubicBezTo>
                  <a:cubicBezTo>
                    <a:pt x="102147" y="16681"/>
                    <a:pt x="92226" y="23083"/>
                    <a:pt x="76794" y="23083"/>
                  </a:cubicBezTo>
                  <a:cubicBezTo>
                    <a:pt x="70222" y="23083"/>
                    <a:pt x="54479" y="21613"/>
                    <a:pt x="40870" y="20200"/>
                  </a:cubicBezTo>
                  <a:cubicBezTo>
                    <a:pt x="37987" y="19903"/>
                    <a:pt x="35189" y="19592"/>
                    <a:pt x="32603" y="19309"/>
                  </a:cubicBezTo>
                  <a:cubicBezTo>
                    <a:pt x="29424" y="13843"/>
                    <a:pt x="23629" y="10632"/>
                    <a:pt x="17535" y="10632"/>
                  </a:cubicBezTo>
                  <a:cubicBezTo>
                    <a:pt x="15988" y="10632"/>
                    <a:pt x="14422" y="10839"/>
                    <a:pt x="12874" y="11268"/>
                  </a:cubicBezTo>
                  <a:cubicBezTo>
                    <a:pt x="5243" y="13388"/>
                    <a:pt x="0" y="20398"/>
                    <a:pt x="127" y="28326"/>
                  </a:cubicBezTo>
                  <a:cubicBezTo>
                    <a:pt x="254" y="36254"/>
                    <a:pt x="5709" y="43094"/>
                    <a:pt x="13411" y="44959"/>
                  </a:cubicBezTo>
                  <a:cubicBezTo>
                    <a:pt x="14787" y="45295"/>
                    <a:pt x="16173" y="45457"/>
                    <a:pt x="17542" y="45457"/>
                  </a:cubicBezTo>
                  <a:cubicBezTo>
                    <a:pt x="23836" y="45457"/>
                    <a:pt x="29784" y="42030"/>
                    <a:pt x="32871" y="36296"/>
                  </a:cubicBezTo>
                  <a:cubicBezTo>
                    <a:pt x="35161" y="36056"/>
                    <a:pt x="37605" y="35787"/>
                    <a:pt x="40135" y="35533"/>
                  </a:cubicBezTo>
                  <a:cubicBezTo>
                    <a:pt x="53914" y="34120"/>
                    <a:pt x="70109" y="32593"/>
                    <a:pt x="76794" y="32593"/>
                  </a:cubicBezTo>
                  <a:cubicBezTo>
                    <a:pt x="98571" y="32593"/>
                    <a:pt x="109354" y="45312"/>
                    <a:pt x="121253" y="51460"/>
                  </a:cubicBezTo>
                  <a:cubicBezTo>
                    <a:pt x="126165" y="54997"/>
                    <a:pt x="131988" y="56814"/>
                    <a:pt x="137859" y="56814"/>
                  </a:cubicBezTo>
                  <a:cubicBezTo>
                    <a:pt x="141582" y="56814"/>
                    <a:pt x="145324" y="56083"/>
                    <a:pt x="148867" y="54597"/>
                  </a:cubicBezTo>
                  <a:cubicBezTo>
                    <a:pt x="157982" y="50767"/>
                    <a:pt x="164455" y="42472"/>
                    <a:pt x="165953" y="32692"/>
                  </a:cubicBezTo>
                  <a:cubicBezTo>
                    <a:pt x="166165" y="31279"/>
                    <a:pt x="166264" y="29852"/>
                    <a:pt x="166264" y="28424"/>
                  </a:cubicBezTo>
                  <a:cubicBezTo>
                    <a:pt x="166264" y="19846"/>
                    <a:pt x="162406" y="11749"/>
                    <a:pt x="155749" y="6350"/>
                  </a:cubicBezTo>
                  <a:cubicBezTo>
                    <a:pt x="150625" y="2191"/>
                    <a:pt x="144289" y="1"/>
                    <a:pt x="1378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56"/>
            <p:cNvSpPr/>
            <p:nvPr/>
          </p:nvSpPr>
          <p:spPr>
            <a:xfrm>
              <a:off x="5815127" y="2583183"/>
              <a:ext cx="424800" cy="424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8" name="Google Shape;508;p56"/>
          <p:cNvSpPr txBox="1"/>
          <p:nvPr>
            <p:ph idx="4294967295" type="ctrTitle"/>
          </p:nvPr>
        </p:nvSpPr>
        <p:spPr>
          <a:xfrm flipH="1">
            <a:off x="2740126" y="2471525"/>
            <a:ext cx="5526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rPr>
              <a:t>02</a:t>
            </a:r>
            <a:endParaRPr sz="2200">
              <a:solidFill>
                <a:schemeClr val="lt1"/>
              </a:solidFill>
            </a:endParaRPr>
          </a:p>
        </p:txBody>
      </p:sp>
      <p:sp>
        <p:nvSpPr>
          <p:cNvPr id="509" name="Google Shape;509;p56"/>
          <p:cNvSpPr txBox="1"/>
          <p:nvPr>
            <p:ph idx="4294967295" type="ctrTitle"/>
          </p:nvPr>
        </p:nvSpPr>
        <p:spPr>
          <a:xfrm flipH="1">
            <a:off x="1195705" y="2486502"/>
            <a:ext cx="5526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rPr>
              <a:t>01</a:t>
            </a:r>
            <a:endParaRPr sz="2200">
              <a:solidFill>
                <a:schemeClr val="lt1"/>
              </a:solidFill>
            </a:endParaRPr>
          </a:p>
        </p:txBody>
      </p:sp>
      <p:sp>
        <p:nvSpPr>
          <p:cNvPr id="510" name="Google Shape;510;p56"/>
          <p:cNvSpPr txBox="1"/>
          <p:nvPr>
            <p:ph idx="4294967295" type="ctrTitle"/>
          </p:nvPr>
        </p:nvSpPr>
        <p:spPr>
          <a:xfrm flipH="1">
            <a:off x="4286266" y="2486502"/>
            <a:ext cx="5526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rPr>
              <a:t>03</a:t>
            </a:r>
            <a:endParaRPr sz="2200">
              <a:solidFill>
                <a:schemeClr val="lt1"/>
              </a:solidFill>
            </a:endParaRPr>
          </a:p>
        </p:txBody>
      </p:sp>
      <p:sp>
        <p:nvSpPr>
          <p:cNvPr id="511" name="Google Shape;511;p56"/>
          <p:cNvSpPr txBox="1"/>
          <p:nvPr>
            <p:ph idx="4294967295" type="ctrTitle"/>
          </p:nvPr>
        </p:nvSpPr>
        <p:spPr>
          <a:xfrm flipH="1">
            <a:off x="5839240" y="2486502"/>
            <a:ext cx="5526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rPr>
              <a:t>04</a:t>
            </a:r>
            <a:endParaRPr sz="2200">
              <a:solidFill>
                <a:schemeClr val="lt1"/>
              </a:solidFill>
            </a:endParaRPr>
          </a:p>
        </p:txBody>
      </p:sp>
      <p:sp>
        <p:nvSpPr>
          <p:cNvPr id="512" name="Google Shape;512;p56"/>
          <p:cNvSpPr txBox="1"/>
          <p:nvPr>
            <p:ph idx="4294967295" type="ctrTitle"/>
          </p:nvPr>
        </p:nvSpPr>
        <p:spPr>
          <a:xfrm flipH="1">
            <a:off x="7392235" y="2486502"/>
            <a:ext cx="5526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rPr>
              <a:t>05</a:t>
            </a:r>
            <a:endParaRPr sz="22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id="517" name="Google Shape;517;p57" title="Screenshot 2025-06-17 at 9.01.24 AM.png"/>
          <p:cNvPicPr preferRelativeResize="0"/>
          <p:nvPr/>
        </p:nvPicPr>
        <p:blipFill>
          <a:blip r:embed="rId3">
            <a:alphaModFix/>
          </a:blip>
          <a:stretch>
            <a:fillRect/>
          </a:stretch>
        </p:blipFill>
        <p:spPr>
          <a:xfrm>
            <a:off x="1092375" y="115350"/>
            <a:ext cx="6959248" cy="4912802"/>
          </a:xfrm>
          <a:prstGeom prst="rect">
            <a:avLst/>
          </a:prstGeom>
          <a:noFill/>
          <a:ln>
            <a:noFill/>
          </a:ln>
        </p:spPr>
      </p:pic>
      <p:pic>
        <p:nvPicPr>
          <p:cNvPr id="518" name="Google Shape;518;p57" title="horizontal wordmark transparent.png"/>
          <p:cNvPicPr preferRelativeResize="0"/>
          <p:nvPr/>
        </p:nvPicPr>
        <p:blipFill>
          <a:blip r:embed="rId4">
            <a:alphaModFix/>
          </a:blip>
          <a:stretch>
            <a:fillRect/>
          </a:stretch>
        </p:blipFill>
        <p:spPr>
          <a:xfrm>
            <a:off x="91425" y="4601175"/>
            <a:ext cx="1636500" cy="451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2" name="Shape 522"/>
        <p:cNvGrpSpPr/>
        <p:nvPr/>
      </p:nvGrpSpPr>
      <p:grpSpPr>
        <a:xfrm>
          <a:off x="0" y="0"/>
          <a:ext cx="0" cy="0"/>
          <a:chOff x="0" y="0"/>
          <a:chExt cx="0" cy="0"/>
        </a:xfrm>
      </p:grpSpPr>
      <p:sp>
        <p:nvSpPr>
          <p:cNvPr id="523" name="Google Shape;523;p58"/>
          <p:cNvSpPr txBox="1"/>
          <p:nvPr>
            <p:ph type="ctrTitle"/>
          </p:nvPr>
        </p:nvSpPr>
        <p:spPr>
          <a:xfrm flipH="1">
            <a:off x="612075" y="1881706"/>
            <a:ext cx="4182900" cy="1123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Tracks</a:t>
            </a:r>
            <a:endParaRPr/>
          </a:p>
        </p:txBody>
      </p:sp>
      <p:sp>
        <p:nvSpPr>
          <p:cNvPr id="524" name="Google Shape;524;p58"/>
          <p:cNvSpPr txBox="1"/>
          <p:nvPr>
            <p:ph idx="2" type="title"/>
          </p:nvPr>
        </p:nvSpPr>
        <p:spPr>
          <a:xfrm flipH="1">
            <a:off x="4880701" y="2478400"/>
            <a:ext cx="13119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525" name="Google Shape;525;p58"/>
          <p:cNvSpPr txBox="1"/>
          <p:nvPr>
            <p:ph idx="1" type="subTitle"/>
          </p:nvPr>
        </p:nvSpPr>
        <p:spPr>
          <a:xfrm flipH="1">
            <a:off x="702950" y="2846219"/>
            <a:ext cx="2559900" cy="57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Location &amp; time logistics</a:t>
            </a:r>
            <a:endParaRPr/>
          </a:p>
        </p:txBody>
      </p:sp>
      <p:pic>
        <p:nvPicPr>
          <p:cNvPr id="526" name="Google Shape;526;p58" title="horizontal wordmark transparent.png"/>
          <p:cNvPicPr preferRelativeResize="0"/>
          <p:nvPr/>
        </p:nvPicPr>
        <p:blipFill>
          <a:blip r:embed="rId4">
            <a:alphaModFix/>
          </a:blip>
          <a:stretch>
            <a:fillRect/>
          </a:stretch>
        </p:blipFill>
        <p:spPr>
          <a:xfrm>
            <a:off x="91425" y="4601175"/>
            <a:ext cx="1636500" cy="451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9"/>
          <p:cNvSpPr/>
          <p:nvPr/>
        </p:nvSpPr>
        <p:spPr>
          <a:xfrm flipH="1" rot="-4439730">
            <a:off x="6369448" y="936975"/>
            <a:ext cx="2666893" cy="793947"/>
          </a:xfrm>
          <a:custGeom>
            <a:rect b="b" l="l" r="r" t="t"/>
            <a:pathLst>
              <a:path extrusionOk="0" h="28589" w="89019">
                <a:moveTo>
                  <a:pt x="74558" y="1"/>
                </a:moveTo>
                <a:cubicBezTo>
                  <a:pt x="67992" y="1"/>
                  <a:pt x="62168" y="4518"/>
                  <a:pt x="60655" y="11043"/>
                </a:cubicBezTo>
                <a:cubicBezTo>
                  <a:pt x="59369" y="11170"/>
                  <a:pt x="58069" y="11297"/>
                  <a:pt x="56783" y="11424"/>
                </a:cubicBezTo>
                <a:cubicBezTo>
                  <a:pt x="54833" y="11594"/>
                  <a:pt x="52967" y="11764"/>
                  <a:pt x="51258" y="11891"/>
                </a:cubicBezTo>
                <a:cubicBezTo>
                  <a:pt x="48784" y="12089"/>
                  <a:pt x="46665" y="12216"/>
                  <a:pt x="45336" y="12216"/>
                </a:cubicBezTo>
                <a:cubicBezTo>
                  <a:pt x="43315" y="12216"/>
                  <a:pt x="41309" y="11976"/>
                  <a:pt x="39344" y="11509"/>
                </a:cubicBezTo>
                <a:cubicBezTo>
                  <a:pt x="36504" y="10817"/>
                  <a:pt x="34101" y="9672"/>
                  <a:pt x="31939" y="8400"/>
                </a:cubicBezTo>
                <a:cubicBezTo>
                  <a:pt x="29014" y="6676"/>
                  <a:pt x="26526" y="4712"/>
                  <a:pt x="23983" y="3270"/>
                </a:cubicBezTo>
                <a:cubicBezTo>
                  <a:pt x="21387" y="1140"/>
                  <a:pt x="18178" y="26"/>
                  <a:pt x="14925" y="26"/>
                </a:cubicBezTo>
                <a:cubicBezTo>
                  <a:pt x="13238" y="26"/>
                  <a:pt x="11539" y="325"/>
                  <a:pt x="9907" y="939"/>
                </a:cubicBezTo>
                <a:cubicBezTo>
                  <a:pt x="5131" y="2719"/>
                  <a:pt x="1682" y="6916"/>
                  <a:pt x="834" y="11947"/>
                </a:cubicBezTo>
                <a:cubicBezTo>
                  <a:pt x="1" y="16978"/>
                  <a:pt x="1894" y="22080"/>
                  <a:pt x="5823" y="25316"/>
                </a:cubicBezTo>
                <a:cubicBezTo>
                  <a:pt x="8430" y="27465"/>
                  <a:pt x="11655" y="28589"/>
                  <a:pt x="14921" y="28589"/>
                </a:cubicBezTo>
                <a:cubicBezTo>
                  <a:pt x="16595" y="28589"/>
                  <a:pt x="18280" y="28294"/>
                  <a:pt x="19898" y="27690"/>
                </a:cubicBezTo>
                <a:cubicBezTo>
                  <a:pt x="23954" y="26631"/>
                  <a:pt x="27346" y="23550"/>
                  <a:pt x="31656" y="20964"/>
                </a:cubicBezTo>
                <a:cubicBezTo>
                  <a:pt x="33903" y="19607"/>
                  <a:pt x="36391" y="18406"/>
                  <a:pt x="39344" y="17685"/>
                </a:cubicBezTo>
                <a:cubicBezTo>
                  <a:pt x="41254" y="17218"/>
                  <a:pt x="43204" y="16978"/>
                  <a:pt x="45168" y="16978"/>
                </a:cubicBezTo>
                <a:cubicBezTo>
                  <a:pt x="45224" y="16978"/>
                  <a:pt x="45280" y="16978"/>
                  <a:pt x="45336" y="16978"/>
                </a:cubicBezTo>
                <a:cubicBezTo>
                  <a:pt x="46622" y="16978"/>
                  <a:pt x="48643" y="17091"/>
                  <a:pt x="51031" y="17275"/>
                </a:cubicBezTo>
                <a:cubicBezTo>
                  <a:pt x="52826" y="17402"/>
                  <a:pt x="54833" y="17586"/>
                  <a:pt x="56896" y="17784"/>
                </a:cubicBezTo>
                <a:cubicBezTo>
                  <a:pt x="58196" y="17897"/>
                  <a:pt x="59511" y="18038"/>
                  <a:pt x="60825" y="18165"/>
                </a:cubicBezTo>
                <a:cubicBezTo>
                  <a:pt x="62578" y="24391"/>
                  <a:pt x="68250" y="28572"/>
                  <a:pt x="74543" y="28572"/>
                </a:cubicBezTo>
                <a:cubicBezTo>
                  <a:pt x="75249" y="28572"/>
                  <a:pt x="75964" y="28520"/>
                  <a:pt x="76681" y="28411"/>
                </a:cubicBezTo>
                <a:cubicBezTo>
                  <a:pt x="83804" y="27351"/>
                  <a:pt x="89018" y="21147"/>
                  <a:pt x="88849" y="13954"/>
                </a:cubicBezTo>
                <a:cubicBezTo>
                  <a:pt x="88679" y="6761"/>
                  <a:pt x="83196" y="811"/>
                  <a:pt x="76031" y="76"/>
                </a:cubicBezTo>
                <a:cubicBezTo>
                  <a:pt x="75537" y="26"/>
                  <a:pt x="75046" y="1"/>
                  <a:pt x="745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59"/>
          <p:cNvSpPr/>
          <p:nvPr/>
        </p:nvSpPr>
        <p:spPr>
          <a:xfrm flipH="1" rot="-3799212">
            <a:off x="3601638" y="1690971"/>
            <a:ext cx="2633868" cy="805183"/>
          </a:xfrm>
          <a:custGeom>
            <a:rect b="b" l="l" r="r" t="t"/>
            <a:pathLst>
              <a:path extrusionOk="0" h="28589" w="89019">
                <a:moveTo>
                  <a:pt x="74558" y="1"/>
                </a:moveTo>
                <a:cubicBezTo>
                  <a:pt x="67992" y="1"/>
                  <a:pt x="62168" y="4518"/>
                  <a:pt x="60655" y="11043"/>
                </a:cubicBezTo>
                <a:cubicBezTo>
                  <a:pt x="59369" y="11170"/>
                  <a:pt x="58069" y="11297"/>
                  <a:pt x="56783" y="11424"/>
                </a:cubicBezTo>
                <a:cubicBezTo>
                  <a:pt x="54833" y="11594"/>
                  <a:pt x="52967" y="11764"/>
                  <a:pt x="51258" y="11891"/>
                </a:cubicBezTo>
                <a:cubicBezTo>
                  <a:pt x="48784" y="12089"/>
                  <a:pt x="46665" y="12216"/>
                  <a:pt x="45336" y="12216"/>
                </a:cubicBezTo>
                <a:cubicBezTo>
                  <a:pt x="43315" y="12216"/>
                  <a:pt x="41309" y="11976"/>
                  <a:pt x="39344" y="11509"/>
                </a:cubicBezTo>
                <a:cubicBezTo>
                  <a:pt x="36504" y="10817"/>
                  <a:pt x="34101" y="9672"/>
                  <a:pt x="31939" y="8400"/>
                </a:cubicBezTo>
                <a:cubicBezTo>
                  <a:pt x="29014" y="6676"/>
                  <a:pt x="26526" y="4712"/>
                  <a:pt x="23983" y="3270"/>
                </a:cubicBezTo>
                <a:cubicBezTo>
                  <a:pt x="21387" y="1140"/>
                  <a:pt x="18178" y="26"/>
                  <a:pt x="14925" y="26"/>
                </a:cubicBezTo>
                <a:cubicBezTo>
                  <a:pt x="13238" y="26"/>
                  <a:pt x="11539" y="325"/>
                  <a:pt x="9907" y="939"/>
                </a:cubicBezTo>
                <a:cubicBezTo>
                  <a:pt x="5131" y="2719"/>
                  <a:pt x="1682" y="6916"/>
                  <a:pt x="834" y="11947"/>
                </a:cubicBezTo>
                <a:cubicBezTo>
                  <a:pt x="1" y="16978"/>
                  <a:pt x="1894" y="22080"/>
                  <a:pt x="5823" y="25316"/>
                </a:cubicBezTo>
                <a:cubicBezTo>
                  <a:pt x="8430" y="27465"/>
                  <a:pt x="11655" y="28589"/>
                  <a:pt x="14921" y="28589"/>
                </a:cubicBezTo>
                <a:cubicBezTo>
                  <a:pt x="16595" y="28589"/>
                  <a:pt x="18280" y="28294"/>
                  <a:pt x="19898" y="27690"/>
                </a:cubicBezTo>
                <a:cubicBezTo>
                  <a:pt x="23954" y="26631"/>
                  <a:pt x="27346" y="23550"/>
                  <a:pt x="31656" y="20964"/>
                </a:cubicBezTo>
                <a:cubicBezTo>
                  <a:pt x="33903" y="19607"/>
                  <a:pt x="36391" y="18406"/>
                  <a:pt x="39344" y="17685"/>
                </a:cubicBezTo>
                <a:cubicBezTo>
                  <a:pt x="41254" y="17218"/>
                  <a:pt x="43204" y="16978"/>
                  <a:pt x="45168" y="16978"/>
                </a:cubicBezTo>
                <a:cubicBezTo>
                  <a:pt x="45224" y="16978"/>
                  <a:pt x="45280" y="16978"/>
                  <a:pt x="45336" y="16978"/>
                </a:cubicBezTo>
                <a:cubicBezTo>
                  <a:pt x="46622" y="16978"/>
                  <a:pt x="48643" y="17091"/>
                  <a:pt x="51031" y="17275"/>
                </a:cubicBezTo>
                <a:cubicBezTo>
                  <a:pt x="52826" y="17402"/>
                  <a:pt x="54833" y="17586"/>
                  <a:pt x="56896" y="17784"/>
                </a:cubicBezTo>
                <a:cubicBezTo>
                  <a:pt x="58196" y="17897"/>
                  <a:pt x="59511" y="18038"/>
                  <a:pt x="60825" y="18165"/>
                </a:cubicBezTo>
                <a:cubicBezTo>
                  <a:pt x="62578" y="24391"/>
                  <a:pt x="68250" y="28572"/>
                  <a:pt x="74543" y="28572"/>
                </a:cubicBezTo>
                <a:cubicBezTo>
                  <a:pt x="75249" y="28572"/>
                  <a:pt x="75964" y="28520"/>
                  <a:pt x="76681" y="28411"/>
                </a:cubicBezTo>
                <a:cubicBezTo>
                  <a:pt x="83804" y="27351"/>
                  <a:pt x="89018" y="21147"/>
                  <a:pt x="88849" y="13954"/>
                </a:cubicBezTo>
                <a:cubicBezTo>
                  <a:pt x="88679" y="6761"/>
                  <a:pt x="83196" y="811"/>
                  <a:pt x="76031" y="76"/>
                </a:cubicBezTo>
                <a:cubicBezTo>
                  <a:pt x="75537" y="26"/>
                  <a:pt x="75046" y="1"/>
                  <a:pt x="745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59"/>
          <p:cNvSpPr/>
          <p:nvPr/>
        </p:nvSpPr>
        <p:spPr>
          <a:xfrm rot="3799212">
            <a:off x="-291584" y="905124"/>
            <a:ext cx="2633868" cy="805183"/>
          </a:xfrm>
          <a:custGeom>
            <a:rect b="b" l="l" r="r" t="t"/>
            <a:pathLst>
              <a:path extrusionOk="0" h="28589" w="89019">
                <a:moveTo>
                  <a:pt x="74558" y="1"/>
                </a:moveTo>
                <a:cubicBezTo>
                  <a:pt x="67992" y="1"/>
                  <a:pt x="62168" y="4518"/>
                  <a:pt x="60655" y="11043"/>
                </a:cubicBezTo>
                <a:cubicBezTo>
                  <a:pt x="59369" y="11170"/>
                  <a:pt x="58069" y="11297"/>
                  <a:pt x="56783" y="11424"/>
                </a:cubicBezTo>
                <a:cubicBezTo>
                  <a:pt x="54833" y="11594"/>
                  <a:pt x="52967" y="11764"/>
                  <a:pt x="51258" y="11891"/>
                </a:cubicBezTo>
                <a:cubicBezTo>
                  <a:pt x="48784" y="12089"/>
                  <a:pt x="46665" y="12216"/>
                  <a:pt x="45336" y="12216"/>
                </a:cubicBezTo>
                <a:cubicBezTo>
                  <a:pt x="43315" y="12216"/>
                  <a:pt x="41309" y="11976"/>
                  <a:pt x="39344" y="11509"/>
                </a:cubicBezTo>
                <a:cubicBezTo>
                  <a:pt x="36504" y="10817"/>
                  <a:pt x="34101" y="9672"/>
                  <a:pt x="31939" y="8400"/>
                </a:cubicBezTo>
                <a:cubicBezTo>
                  <a:pt x="29014" y="6676"/>
                  <a:pt x="26526" y="4712"/>
                  <a:pt x="23983" y="3270"/>
                </a:cubicBezTo>
                <a:cubicBezTo>
                  <a:pt x="21387" y="1140"/>
                  <a:pt x="18178" y="26"/>
                  <a:pt x="14925" y="26"/>
                </a:cubicBezTo>
                <a:cubicBezTo>
                  <a:pt x="13238" y="26"/>
                  <a:pt x="11539" y="325"/>
                  <a:pt x="9907" y="939"/>
                </a:cubicBezTo>
                <a:cubicBezTo>
                  <a:pt x="5131" y="2719"/>
                  <a:pt x="1682" y="6916"/>
                  <a:pt x="834" y="11947"/>
                </a:cubicBezTo>
                <a:cubicBezTo>
                  <a:pt x="1" y="16978"/>
                  <a:pt x="1894" y="22080"/>
                  <a:pt x="5823" y="25316"/>
                </a:cubicBezTo>
                <a:cubicBezTo>
                  <a:pt x="8430" y="27465"/>
                  <a:pt x="11655" y="28589"/>
                  <a:pt x="14921" y="28589"/>
                </a:cubicBezTo>
                <a:cubicBezTo>
                  <a:pt x="16595" y="28589"/>
                  <a:pt x="18280" y="28294"/>
                  <a:pt x="19898" y="27690"/>
                </a:cubicBezTo>
                <a:cubicBezTo>
                  <a:pt x="23954" y="26631"/>
                  <a:pt x="27346" y="23550"/>
                  <a:pt x="31656" y="20964"/>
                </a:cubicBezTo>
                <a:cubicBezTo>
                  <a:pt x="33903" y="19607"/>
                  <a:pt x="36391" y="18406"/>
                  <a:pt x="39344" y="17685"/>
                </a:cubicBezTo>
                <a:cubicBezTo>
                  <a:pt x="41254" y="17218"/>
                  <a:pt x="43204" y="16978"/>
                  <a:pt x="45168" y="16978"/>
                </a:cubicBezTo>
                <a:cubicBezTo>
                  <a:pt x="45224" y="16978"/>
                  <a:pt x="45280" y="16978"/>
                  <a:pt x="45336" y="16978"/>
                </a:cubicBezTo>
                <a:cubicBezTo>
                  <a:pt x="46622" y="16978"/>
                  <a:pt x="48643" y="17091"/>
                  <a:pt x="51031" y="17275"/>
                </a:cubicBezTo>
                <a:cubicBezTo>
                  <a:pt x="52826" y="17402"/>
                  <a:pt x="54833" y="17586"/>
                  <a:pt x="56896" y="17784"/>
                </a:cubicBezTo>
                <a:cubicBezTo>
                  <a:pt x="58196" y="17897"/>
                  <a:pt x="59511" y="18038"/>
                  <a:pt x="60825" y="18165"/>
                </a:cubicBezTo>
                <a:cubicBezTo>
                  <a:pt x="62578" y="24391"/>
                  <a:pt x="68250" y="28572"/>
                  <a:pt x="74543" y="28572"/>
                </a:cubicBezTo>
                <a:cubicBezTo>
                  <a:pt x="75249" y="28572"/>
                  <a:pt x="75964" y="28520"/>
                  <a:pt x="76681" y="28411"/>
                </a:cubicBezTo>
                <a:cubicBezTo>
                  <a:pt x="83804" y="27351"/>
                  <a:pt x="89018" y="21147"/>
                  <a:pt x="88849" y="13954"/>
                </a:cubicBezTo>
                <a:cubicBezTo>
                  <a:pt x="88679" y="6761"/>
                  <a:pt x="83196" y="811"/>
                  <a:pt x="76031" y="76"/>
                </a:cubicBezTo>
                <a:cubicBezTo>
                  <a:pt x="75537" y="26"/>
                  <a:pt x="75046" y="1"/>
                  <a:pt x="745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59"/>
          <p:cNvSpPr/>
          <p:nvPr/>
        </p:nvSpPr>
        <p:spPr>
          <a:xfrm>
            <a:off x="210475" y="1033000"/>
            <a:ext cx="2994300" cy="2981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59"/>
          <p:cNvSpPr/>
          <p:nvPr/>
        </p:nvSpPr>
        <p:spPr>
          <a:xfrm>
            <a:off x="3141176" y="2021275"/>
            <a:ext cx="2994300" cy="2981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59"/>
          <p:cNvSpPr/>
          <p:nvPr/>
        </p:nvSpPr>
        <p:spPr>
          <a:xfrm>
            <a:off x="6049725" y="998150"/>
            <a:ext cx="2994300" cy="2981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9"/>
          <p:cNvSpPr txBox="1"/>
          <p:nvPr>
            <p:ph idx="4" type="ctrTitle"/>
          </p:nvPr>
        </p:nvSpPr>
        <p:spPr>
          <a:xfrm flipH="1">
            <a:off x="848735" y="931004"/>
            <a:ext cx="1717800" cy="69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In-person</a:t>
            </a:r>
            <a:endParaRPr/>
          </a:p>
        </p:txBody>
      </p:sp>
      <p:sp>
        <p:nvSpPr>
          <p:cNvPr id="538" name="Google Shape;538;p59"/>
          <p:cNvSpPr txBox="1"/>
          <p:nvPr>
            <p:ph type="ctrTitle"/>
          </p:nvPr>
        </p:nvSpPr>
        <p:spPr>
          <a:xfrm flipH="1">
            <a:off x="6578170" y="977416"/>
            <a:ext cx="1717800" cy="69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Online</a:t>
            </a:r>
            <a:endParaRPr/>
          </a:p>
        </p:txBody>
      </p:sp>
      <p:sp>
        <p:nvSpPr>
          <p:cNvPr id="539" name="Google Shape;539;p59"/>
          <p:cNvSpPr txBox="1"/>
          <p:nvPr>
            <p:ph idx="1" type="subTitle"/>
          </p:nvPr>
        </p:nvSpPr>
        <p:spPr>
          <a:xfrm flipH="1">
            <a:off x="6108975" y="1628500"/>
            <a:ext cx="2656200" cy="10572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000000"/>
              </a:buClr>
              <a:buSzPts val="1100"/>
              <a:buFont typeface="Hind Vadodara"/>
              <a:buChar char="●"/>
            </a:pPr>
            <a:r>
              <a:rPr lang="en" sz="1100" u="sng">
                <a:solidFill>
                  <a:srgbClr val="000000"/>
                </a:solidFill>
                <a:latin typeface="Hind Vadodara"/>
                <a:ea typeface="Hind Vadodara"/>
                <a:cs typeface="Hind Vadodara"/>
                <a:sym typeface="Hind Vadodara"/>
              </a:rPr>
              <a:t>For</a:t>
            </a:r>
            <a:r>
              <a:rPr lang="en" sz="1100">
                <a:solidFill>
                  <a:srgbClr val="000000"/>
                </a:solidFill>
                <a:latin typeface="Hind Vadodara"/>
                <a:ea typeface="Hind Vadodara"/>
                <a:cs typeface="Hind Vadodara"/>
                <a:sym typeface="Hind Vadodara"/>
              </a:rPr>
              <a:t>: students who are not local, cannot make the commute, or are traveling the full time</a:t>
            </a:r>
            <a:endParaRPr sz="1100">
              <a:solidFill>
                <a:srgbClr val="000000"/>
              </a:solidFill>
              <a:latin typeface="Hind Vadodara"/>
              <a:ea typeface="Hind Vadodara"/>
              <a:cs typeface="Hind Vadodara"/>
              <a:sym typeface="Hind Vadodara"/>
            </a:endParaRPr>
          </a:p>
          <a:p>
            <a:pPr indent="-298450" lvl="0" marL="457200" rtl="0" algn="l">
              <a:lnSpc>
                <a:spcPct val="115000"/>
              </a:lnSpc>
              <a:spcBef>
                <a:spcPts val="0"/>
              </a:spcBef>
              <a:spcAft>
                <a:spcPts val="0"/>
              </a:spcAft>
              <a:buClr>
                <a:srgbClr val="000000"/>
              </a:buClr>
              <a:buSzPts val="1100"/>
              <a:buFont typeface="Hind Vadodara"/>
              <a:buChar char="●"/>
            </a:pPr>
            <a:r>
              <a:rPr lang="en" sz="1100">
                <a:solidFill>
                  <a:srgbClr val="000000"/>
                </a:solidFill>
                <a:latin typeface="Hind Vadodara"/>
                <a:ea typeface="Hind Vadodara"/>
                <a:cs typeface="Hind Vadodara"/>
                <a:sym typeface="Hind Vadodara"/>
              </a:rPr>
              <a:t>Readings, assignments, and analysis will be done asynchronously online on google classroom</a:t>
            </a:r>
            <a:endParaRPr sz="1100">
              <a:solidFill>
                <a:srgbClr val="000000"/>
              </a:solidFill>
              <a:latin typeface="Hind Vadodara"/>
              <a:ea typeface="Hind Vadodara"/>
              <a:cs typeface="Hind Vadodara"/>
              <a:sym typeface="Hind Vadodara"/>
            </a:endParaRPr>
          </a:p>
          <a:p>
            <a:pPr indent="-298450" lvl="0" marL="457200" rtl="0" algn="l">
              <a:lnSpc>
                <a:spcPct val="115000"/>
              </a:lnSpc>
              <a:spcBef>
                <a:spcPts val="0"/>
              </a:spcBef>
              <a:spcAft>
                <a:spcPts val="0"/>
              </a:spcAft>
              <a:buClr>
                <a:srgbClr val="000000"/>
              </a:buClr>
              <a:buSzPts val="1100"/>
              <a:buFont typeface="Hind Vadodara"/>
              <a:buChar char="●"/>
            </a:pPr>
            <a:r>
              <a:rPr lang="en" sz="1100">
                <a:solidFill>
                  <a:srgbClr val="000000"/>
                </a:solidFill>
                <a:latin typeface="Hind Vadodara"/>
                <a:ea typeface="Hind Vadodara"/>
                <a:cs typeface="Hind Vadodara"/>
                <a:sym typeface="Hind Vadodara"/>
              </a:rPr>
              <a:t>Attend weekly online workshops with the rest of the students</a:t>
            </a:r>
            <a:endParaRPr/>
          </a:p>
          <a:p>
            <a:pPr indent="0" lvl="0" marL="0" rtl="0" algn="ctr">
              <a:spcBef>
                <a:spcPts val="0"/>
              </a:spcBef>
              <a:spcAft>
                <a:spcPts val="0"/>
              </a:spcAft>
              <a:buNone/>
            </a:pPr>
            <a:r>
              <a:t/>
            </a:r>
            <a:endParaRPr/>
          </a:p>
        </p:txBody>
      </p:sp>
      <p:sp>
        <p:nvSpPr>
          <p:cNvPr id="540" name="Google Shape;540;p59"/>
          <p:cNvSpPr txBox="1"/>
          <p:nvPr>
            <p:ph idx="5" type="subTitle"/>
          </p:nvPr>
        </p:nvSpPr>
        <p:spPr>
          <a:xfrm flipH="1">
            <a:off x="281825" y="1674888"/>
            <a:ext cx="2623800" cy="23724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000000"/>
              </a:buClr>
              <a:buSzPts val="1100"/>
              <a:buFont typeface="Hind Vadodara"/>
              <a:buChar char="●"/>
            </a:pPr>
            <a:r>
              <a:rPr lang="en" sz="1100" u="sng">
                <a:solidFill>
                  <a:srgbClr val="000000"/>
                </a:solidFill>
                <a:latin typeface="Hind Vadodara"/>
                <a:ea typeface="Hind Vadodara"/>
                <a:cs typeface="Hind Vadodara"/>
                <a:sym typeface="Hind Vadodara"/>
              </a:rPr>
              <a:t>For</a:t>
            </a:r>
            <a:r>
              <a:rPr lang="en" sz="1100">
                <a:solidFill>
                  <a:srgbClr val="000000"/>
                </a:solidFill>
                <a:latin typeface="Hind Vadodara"/>
                <a:ea typeface="Hind Vadodara"/>
                <a:cs typeface="Hind Vadodara"/>
                <a:sym typeface="Hind Vadodara"/>
              </a:rPr>
              <a:t>: students who are local in Fremont</a:t>
            </a:r>
            <a:endParaRPr sz="1100">
              <a:solidFill>
                <a:srgbClr val="000000"/>
              </a:solidFill>
              <a:latin typeface="Hind Vadodara"/>
              <a:ea typeface="Hind Vadodara"/>
              <a:cs typeface="Hind Vadodara"/>
              <a:sym typeface="Hind Vadodara"/>
            </a:endParaRPr>
          </a:p>
          <a:p>
            <a:pPr indent="-298450" lvl="0" marL="457200" rtl="0" algn="l">
              <a:lnSpc>
                <a:spcPct val="115000"/>
              </a:lnSpc>
              <a:spcBef>
                <a:spcPts val="0"/>
              </a:spcBef>
              <a:spcAft>
                <a:spcPts val="0"/>
              </a:spcAft>
              <a:buClr>
                <a:srgbClr val="000000"/>
              </a:buClr>
              <a:buSzPts val="1100"/>
              <a:buFont typeface="Hind Vadodara"/>
              <a:buChar char="●"/>
            </a:pPr>
            <a:r>
              <a:rPr lang="en" sz="1100">
                <a:solidFill>
                  <a:srgbClr val="000000"/>
                </a:solidFill>
                <a:latin typeface="Hind Vadodara"/>
                <a:ea typeface="Hind Vadodara"/>
                <a:cs typeface="Hind Vadodara"/>
                <a:sym typeface="Hind Vadodara"/>
              </a:rPr>
              <a:t>D</a:t>
            </a:r>
            <a:r>
              <a:rPr lang="en" sz="1100">
                <a:solidFill>
                  <a:srgbClr val="000000"/>
                </a:solidFill>
                <a:latin typeface="Hind Vadodara"/>
                <a:ea typeface="Hind Vadodara"/>
                <a:cs typeface="Hind Vadodara"/>
                <a:sym typeface="Hind Vadodara"/>
              </a:rPr>
              <a:t>iscussion &amp; group environment learning</a:t>
            </a:r>
            <a:endParaRPr sz="1100">
              <a:solidFill>
                <a:srgbClr val="000000"/>
              </a:solidFill>
              <a:latin typeface="Hind Vadodara"/>
              <a:ea typeface="Hind Vadodara"/>
              <a:cs typeface="Hind Vadodara"/>
              <a:sym typeface="Hind Vadodara"/>
            </a:endParaRPr>
          </a:p>
          <a:p>
            <a:pPr indent="-298450" lvl="0" marL="457200" rtl="0" algn="l">
              <a:lnSpc>
                <a:spcPct val="115000"/>
              </a:lnSpc>
              <a:spcBef>
                <a:spcPts val="0"/>
              </a:spcBef>
              <a:spcAft>
                <a:spcPts val="0"/>
              </a:spcAft>
              <a:buClr>
                <a:srgbClr val="000000"/>
              </a:buClr>
              <a:buSzPts val="1100"/>
              <a:buFont typeface="Hind Vadodara"/>
              <a:buChar char="●"/>
            </a:pPr>
            <a:r>
              <a:rPr lang="en" sz="1100">
                <a:solidFill>
                  <a:srgbClr val="000000"/>
                </a:solidFill>
                <a:latin typeface="Hind Vadodara"/>
                <a:ea typeface="Hind Vadodara"/>
                <a:cs typeface="Hind Vadodara"/>
                <a:sym typeface="Hind Vadodara"/>
              </a:rPr>
              <a:t>Two 1-hour group meetings with mentors per week for each group</a:t>
            </a:r>
            <a:endParaRPr b="1" sz="1100">
              <a:solidFill>
                <a:srgbClr val="000000"/>
              </a:solidFill>
              <a:highlight>
                <a:srgbClr val="FFFF00"/>
              </a:highlight>
              <a:latin typeface="Hind Vadodara"/>
              <a:ea typeface="Hind Vadodara"/>
              <a:cs typeface="Hind Vadodara"/>
              <a:sym typeface="Hind Vadodara"/>
            </a:endParaRPr>
          </a:p>
          <a:p>
            <a:pPr indent="-298450" lvl="0" marL="457200" rtl="0" algn="l">
              <a:lnSpc>
                <a:spcPct val="115000"/>
              </a:lnSpc>
              <a:spcBef>
                <a:spcPts val="0"/>
              </a:spcBef>
              <a:spcAft>
                <a:spcPts val="0"/>
              </a:spcAft>
              <a:buClr>
                <a:srgbClr val="000000"/>
              </a:buClr>
              <a:buSzPts val="1100"/>
              <a:buFont typeface="Hind Vadodara"/>
              <a:buChar char="●"/>
            </a:pPr>
            <a:r>
              <a:rPr lang="en" sz="1100">
                <a:solidFill>
                  <a:srgbClr val="000000"/>
                </a:solidFill>
                <a:latin typeface="Hind Vadodara"/>
                <a:ea typeface="Hind Vadodara"/>
                <a:cs typeface="Hind Vadodara"/>
                <a:sym typeface="Hind Vadodara"/>
              </a:rPr>
              <a:t>Attend weekly online workshops with the rest of the students</a:t>
            </a:r>
            <a:endParaRPr/>
          </a:p>
        </p:txBody>
      </p:sp>
      <p:sp>
        <p:nvSpPr>
          <p:cNvPr id="541" name="Google Shape;541;p59"/>
          <p:cNvSpPr txBox="1"/>
          <p:nvPr>
            <p:ph idx="2" type="ctrTitle"/>
          </p:nvPr>
        </p:nvSpPr>
        <p:spPr>
          <a:xfrm flipH="1">
            <a:off x="3713089" y="1888130"/>
            <a:ext cx="1717800" cy="69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Hybrid</a:t>
            </a:r>
            <a:endParaRPr/>
          </a:p>
        </p:txBody>
      </p:sp>
      <p:sp>
        <p:nvSpPr>
          <p:cNvPr id="542" name="Google Shape;542;p59"/>
          <p:cNvSpPr txBox="1"/>
          <p:nvPr>
            <p:ph idx="3" type="subTitle"/>
          </p:nvPr>
        </p:nvSpPr>
        <p:spPr>
          <a:xfrm flipH="1">
            <a:off x="3195400" y="2476700"/>
            <a:ext cx="2623800" cy="21246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000000"/>
              </a:buClr>
              <a:buSzPts val="1100"/>
              <a:buFont typeface="Hind Vadodara"/>
              <a:buChar char="●"/>
            </a:pPr>
            <a:r>
              <a:rPr lang="en" sz="1100" u="sng">
                <a:solidFill>
                  <a:srgbClr val="000000"/>
                </a:solidFill>
                <a:latin typeface="Hind Vadodara"/>
                <a:ea typeface="Hind Vadodara"/>
                <a:cs typeface="Hind Vadodara"/>
                <a:sym typeface="Hind Vadodara"/>
              </a:rPr>
              <a:t>For</a:t>
            </a:r>
            <a:r>
              <a:rPr lang="en" sz="1100">
                <a:solidFill>
                  <a:srgbClr val="000000"/>
                </a:solidFill>
                <a:latin typeface="Hind Vadodara"/>
                <a:ea typeface="Hind Vadodara"/>
                <a:cs typeface="Hind Vadodara"/>
                <a:sym typeface="Hind Vadodara"/>
              </a:rPr>
              <a:t>: students who are interested in attending in-person but have extended time constraints/travel</a:t>
            </a:r>
            <a:endParaRPr sz="1100">
              <a:solidFill>
                <a:srgbClr val="000000"/>
              </a:solidFill>
              <a:latin typeface="Hind Vadodara"/>
              <a:ea typeface="Hind Vadodara"/>
              <a:cs typeface="Hind Vadodara"/>
              <a:sym typeface="Hind Vadodara"/>
            </a:endParaRPr>
          </a:p>
          <a:p>
            <a:pPr indent="-298450" lvl="0" marL="457200" rtl="0" algn="l">
              <a:lnSpc>
                <a:spcPct val="115000"/>
              </a:lnSpc>
              <a:spcBef>
                <a:spcPts val="0"/>
              </a:spcBef>
              <a:spcAft>
                <a:spcPts val="0"/>
              </a:spcAft>
              <a:buClr>
                <a:srgbClr val="000000"/>
              </a:buClr>
              <a:buSzPts val="1100"/>
              <a:buFont typeface="Hind Vadodara"/>
              <a:buChar char="●"/>
            </a:pPr>
            <a:r>
              <a:rPr lang="en" sz="1100">
                <a:solidFill>
                  <a:srgbClr val="000000"/>
                </a:solidFill>
                <a:latin typeface="Hind Vadodara"/>
                <a:ea typeface="Hind Vadodara"/>
                <a:cs typeface="Hind Vadodara"/>
                <a:sym typeface="Hind Vadodara"/>
              </a:rPr>
              <a:t>Attend at least 4 of 8 in-person group meetings</a:t>
            </a:r>
            <a:endParaRPr sz="1100">
              <a:solidFill>
                <a:srgbClr val="000000"/>
              </a:solidFill>
              <a:latin typeface="Hind Vadodara"/>
              <a:ea typeface="Hind Vadodara"/>
              <a:cs typeface="Hind Vadodara"/>
              <a:sym typeface="Hind Vadodara"/>
            </a:endParaRPr>
          </a:p>
          <a:p>
            <a:pPr indent="-298450" lvl="0" marL="457200" rtl="0" algn="l">
              <a:lnSpc>
                <a:spcPct val="115000"/>
              </a:lnSpc>
              <a:spcBef>
                <a:spcPts val="0"/>
              </a:spcBef>
              <a:spcAft>
                <a:spcPts val="0"/>
              </a:spcAft>
              <a:buClr>
                <a:srgbClr val="000000"/>
              </a:buClr>
              <a:buSzPts val="1100"/>
              <a:buFont typeface="Hind Vadodara"/>
              <a:buChar char="●"/>
            </a:pPr>
            <a:r>
              <a:rPr lang="en" sz="1100">
                <a:solidFill>
                  <a:srgbClr val="000000"/>
                </a:solidFill>
                <a:latin typeface="Hind Vadodara"/>
                <a:ea typeface="Hind Vadodara"/>
                <a:cs typeface="Hind Vadodara"/>
                <a:sym typeface="Hind Vadodara"/>
              </a:rPr>
              <a:t>Complete asynchronous online readings &amp; assignments for missed meetings</a:t>
            </a:r>
            <a:endParaRPr sz="1100">
              <a:solidFill>
                <a:srgbClr val="000000"/>
              </a:solidFill>
              <a:latin typeface="Hind Vadodara"/>
              <a:ea typeface="Hind Vadodara"/>
              <a:cs typeface="Hind Vadodara"/>
              <a:sym typeface="Hind Vadodara"/>
            </a:endParaRPr>
          </a:p>
          <a:p>
            <a:pPr indent="-298450" lvl="0" marL="457200" rtl="0" algn="l">
              <a:lnSpc>
                <a:spcPct val="115000"/>
              </a:lnSpc>
              <a:spcBef>
                <a:spcPts val="0"/>
              </a:spcBef>
              <a:spcAft>
                <a:spcPts val="0"/>
              </a:spcAft>
              <a:buClr>
                <a:srgbClr val="000000"/>
              </a:buClr>
              <a:buSzPts val="1100"/>
              <a:buFont typeface="Hind Vadodara"/>
              <a:buChar char="●"/>
            </a:pPr>
            <a:r>
              <a:rPr lang="en" sz="1100">
                <a:solidFill>
                  <a:srgbClr val="000000"/>
                </a:solidFill>
                <a:latin typeface="Hind Vadodara"/>
                <a:ea typeface="Hind Vadodara"/>
                <a:cs typeface="Hind Vadodara"/>
                <a:sym typeface="Hind Vadodara"/>
              </a:rPr>
              <a:t>Attend weekly online workshops with the rest of the students</a:t>
            </a:r>
            <a:endParaRPr/>
          </a:p>
        </p:txBody>
      </p:sp>
      <p:sp>
        <p:nvSpPr>
          <p:cNvPr id="543" name="Google Shape;543;p59"/>
          <p:cNvSpPr txBox="1"/>
          <p:nvPr>
            <p:ph idx="4" type="ctrTitle"/>
          </p:nvPr>
        </p:nvSpPr>
        <p:spPr>
          <a:xfrm flipH="1">
            <a:off x="-208848" y="187106"/>
            <a:ext cx="1717800" cy="69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solidFill>
                  <a:schemeClr val="lt1"/>
                </a:solidFill>
              </a:rPr>
              <a:t>01</a:t>
            </a:r>
            <a:endParaRPr sz="4800">
              <a:solidFill>
                <a:schemeClr val="lt1"/>
              </a:solidFill>
            </a:endParaRPr>
          </a:p>
        </p:txBody>
      </p:sp>
      <p:sp>
        <p:nvSpPr>
          <p:cNvPr id="544" name="Google Shape;544;p59"/>
          <p:cNvSpPr txBox="1"/>
          <p:nvPr>
            <p:ph type="ctrTitle"/>
          </p:nvPr>
        </p:nvSpPr>
        <p:spPr>
          <a:xfrm flipH="1">
            <a:off x="7074025" y="129256"/>
            <a:ext cx="1717800" cy="69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solidFill>
                  <a:schemeClr val="lt1"/>
                </a:solidFill>
              </a:rPr>
              <a:t>03</a:t>
            </a:r>
            <a:endParaRPr sz="4800">
              <a:solidFill>
                <a:schemeClr val="lt1"/>
              </a:solidFill>
            </a:endParaRPr>
          </a:p>
        </p:txBody>
      </p:sp>
      <p:sp>
        <p:nvSpPr>
          <p:cNvPr id="545" name="Google Shape;545;p59"/>
          <p:cNvSpPr txBox="1"/>
          <p:nvPr>
            <p:ph idx="2" type="ctrTitle"/>
          </p:nvPr>
        </p:nvSpPr>
        <p:spPr>
          <a:xfrm flipH="1">
            <a:off x="4431723" y="963381"/>
            <a:ext cx="1717800" cy="69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solidFill>
                  <a:schemeClr val="lt1"/>
                </a:solidFill>
              </a:rPr>
              <a:t>02</a:t>
            </a:r>
            <a:endParaRPr sz="4800">
              <a:solidFill>
                <a:schemeClr val="lt1"/>
              </a:solidFill>
            </a:endParaRPr>
          </a:p>
        </p:txBody>
      </p:sp>
      <p:pic>
        <p:nvPicPr>
          <p:cNvPr id="546" name="Google Shape;546;p59" title="horizontal wordmark transparent.png"/>
          <p:cNvPicPr preferRelativeResize="0"/>
          <p:nvPr/>
        </p:nvPicPr>
        <p:blipFill>
          <a:blip r:embed="rId3">
            <a:alphaModFix/>
          </a:blip>
          <a:stretch>
            <a:fillRect/>
          </a:stretch>
        </p:blipFill>
        <p:spPr>
          <a:xfrm>
            <a:off x="91425" y="4601175"/>
            <a:ext cx="1636500" cy="451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0" name="Shape 550"/>
        <p:cNvGrpSpPr/>
        <p:nvPr/>
      </p:nvGrpSpPr>
      <p:grpSpPr>
        <a:xfrm>
          <a:off x="0" y="0"/>
          <a:ext cx="0" cy="0"/>
          <a:chOff x="0" y="0"/>
          <a:chExt cx="0" cy="0"/>
        </a:xfrm>
      </p:grpSpPr>
      <p:sp>
        <p:nvSpPr>
          <p:cNvPr id="551" name="Google Shape;551;p60"/>
          <p:cNvSpPr txBox="1"/>
          <p:nvPr>
            <p:ph type="ctrTitle"/>
          </p:nvPr>
        </p:nvSpPr>
        <p:spPr>
          <a:xfrm>
            <a:off x="619650" y="1535776"/>
            <a:ext cx="2559900" cy="181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Capstone Project</a:t>
            </a:r>
            <a:endParaRPr/>
          </a:p>
        </p:txBody>
      </p:sp>
      <p:sp>
        <p:nvSpPr>
          <p:cNvPr id="552" name="Google Shape;552;p60"/>
          <p:cNvSpPr txBox="1"/>
          <p:nvPr>
            <p:ph idx="2" type="title"/>
          </p:nvPr>
        </p:nvSpPr>
        <p:spPr>
          <a:xfrm>
            <a:off x="4145650" y="2884438"/>
            <a:ext cx="22407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pic>
        <p:nvPicPr>
          <p:cNvPr id="553" name="Google Shape;553;p60" title="horizontal wordmark transparent.png"/>
          <p:cNvPicPr preferRelativeResize="0"/>
          <p:nvPr/>
        </p:nvPicPr>
        <p:blipFill>
          <a:blip r:embed="rId4">
            <a:alphaModFix/>
          </a:blip>
          <a:stretch>
            <a:fillRect/>
          </a:stretch>
        </p:blipFill>
        <p:spPr>
          <a:xfrm>
            <a:off x="91425" y="4601175"/>
            <a:ext cx="1636500" cy="451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7" name="Shape 557"/>
        <p:cNvGrpSpPr/>
        <p:nvPr/>
      </p:nvGrpSpPr>
      <p:grpSpPr>
        <a:xfrm>
          <a:off x="0" y="0"/>
          <a:ext cx="0" cy="0"/>
          <a:chOff x="0" y="0"/>
          <a:chExt cx="0" cy="0"/>
        </a:xfrm>
      </p:grpSpPr>
      <p:sp>
        <p:nvSpPr>
          <p:cNvPr id="558" name="Google Shape;558;p61"/>
          <p:cNvSpPr txBox="1"/>
          <p:nvPr>
            <p:ph type="title"/>
          </p:nvPr>
        </p:nvSpPr>
        <p:spPr>
          <a:xfrm>
            <a:off x="2423400" y="77508"/>
            <a:ext cx="43020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Capstone Project Details</a:t>
            </a:r>
            <a:endParaRPr sz="3600">
              <a:solidFill>
                <a:schemeClr val="accent2"/>
              </a:solidFill>
            </a:endParaRPr>
          </a:p>
        </p:txBody>
      </p:sp>
      <p:sp>
        <p:nvSpPr>
          <p:cNvPr id="559" name="Google Shape;559;p61"/>
          <p:cNvSpPr txBox="1"/>
          <p:nvPr>
            <p:ph idx="4294967295" type="subTitle"/>
          </p:nvPr>
        </p:nvSpPr>
        <p:spPr>
          <a:xfrm>
            <a:off x="1545451" y="1739355"/>
            <a:ext cx="2539800" cy="899100"/>
          </a:xfrm>
          <a:prstGeom prst="rect">
            <a:avLst/>
          </a:prstGeom>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SzPts val="1400"/>
              <a:buChar char="●"/>
            </a:pPr>
            <a:r>
              <a:rPr lang="en" sz="1400"/>
              <a:t>Write a </a:t>
            </a:r>
            <a:endParaRPr sz="1400"/>
          </a:p>
        </p:txBody>
      </p:sp>
      <p:pic>
        <p:nvPicPr>
          <p:cNvPr id="560" name="Google Shape;560;p61" title="horizontal wordmark transparent.png"/>
          <p:cNvPicPr preferRelativeResize="0"/>
          <p:nvPr/>
        </p:nvPicPr>
        <p:blipFill>
          <a:blip r:embed="rId4">
            <a:alphaModFix/>
          </a:blip>
          <a:stretch>
            <a:fillRect/>
          </a:stretch>
        </p:blipFill>
        <p:spPr>
          <a:xfrm>
            <a:off x="91425" y="4601175"/>
            <a:ext cx="1636500" cy="451475"/>
          </a:xfrm>
          <a:prstGeom prst="rect">
            <a:avLst/>
          </a:prstGeom>
          <a:noFill/>
          <a:ln>
            <a:noFill/>
          </a:ln>
        </p:spPr>
      </p:pic>
      <p:sp>
        <p:nvSpPr>
          <p:cNvPr id="561" name="Google Shape;561;p61"/>
          <p:cNvSpPr/>
          <p:nvPr/>
        </p:nvSpPr>
        <p:spPr>
          <a:xfrm rot="10800000">
            <a:off x="4686550" y="866475"/>
            <a:ext cx="3751500" cy="3734700"/>
          </a:xfrm>
          <a:prstGeom prst="roundRect">
            <a:avLst>
              <a:gd fmla="val 9231"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1"/>
          <p:cNvSpPr/>
          <p:nvPr/>
        </p:nvSpPr>
        <p:spPr>
          <a:xfrm>
            <a:off x="694025" y="866450"/>
            <a:ext cx="3751500" cy="3734700"/>
          </a:xfrm>
          <a:prstGeom prst="roundRect">
            <a:avLst>
              <a:gd fmla="val 9231"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1"/>
          <p:cNvSpPr/>
          <p:nvPr/>
        </p:nvSpPr>
        <p:spPr>
          <a:xfrm flipH="1">
            <a:off x="7694180" y="657675"/>
            <a:ext cx="1080300" cy="1111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1"/>
          <p:cNvSpPr/>
          <p:nvPr/>
        </p:nvSpPr>
        <p:spPr>
          <a:xfrm flipH="1">
            <a:off x="7828157" y="795456"/>
            <a:ext cx="812400" cy="835800"/>
          </a:xfrm>
          <a:prstGeom prst="ellipse">
            <a:avLst/>
          </a:prstGeom>
          <a:solidFill>
            <a:schemeClr val="accent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5" name="Google Shape;565;p61"/>
          <p:cNvGrpSpPr/>
          <p:nvPr/>
        </p:nvGrpSpPr>
        <p:grpSpPr>
          <a:xfrm>
            <a:off x="8104928" y="1042385"/>
            <a:ext cx="258800" cy="342037"/>
            <a:chOff x="1105600" y="2545250"/>
            <a:chExt cx="289550" cy="367900"/>
          </a:xfrm>
        </p:grpSpPr>
        <p:sp>
          <p:nvSpPr>
            <p:cNvPr id="566" name="Google Shape;566;p61"/>
            <p:cNvSpPr/>
            <p:nvPr/>
          </p:nvSpPr>
          <p:spPr>
            <a:xfrm>
              <a:off x="1319475" y="2545250"/>
              <a:ext cx="51025" cy="48025"/>
            </a:xfrm>
            <a:custGeom>
              <a:rect b="b" l="l" r="r" t="t"/>
              <a:pathLst>
                <a:path extrusionOk="0" h="1921" w="2041">
                  <a:moveTo>
                    <a:pt x="648" y="1"/>
                  </a:moveTo>
                  <a:cubicBezTo>
                    <a:pt x="425" y="1"/>
                    <a:pt x="202" y="59"/>
                    <a:pt x="1" y="178"/>
                  </a:cubicBezTo>
                  <a:cubicBezTo>
                    <a:pt x="204" y="279"/>
                    <a:pt x="387" y="412"/>
                    <a:pt x="547" y="572"/>
                  </a:cubicBezTo>
                  <a:lnTo>
                    <a:pt x="1350" y="1375"/>
                  </a:lnTo>
                  <a:cubicBezTo>
                    <a:pt x="1510" y="1535"/>
                    <a:pt x="1642" y="1718"/>
                    <a:pt x="1744" y="1921"/>
                  </a:cubicBezTo>
                  <a:cubicBezTo>
                    <a:pt x="2040" y="1422"/>
                    <a:pt x="1958" y="782"/>
                    <a:pt x="1549" y="373"/>
                  </a:cubicBezTo>
                  <a:cubicBezTo>
                    <a:pt x="1304" y="128"/>
                    <a:pt x="978" y="1"/>
                    <a:pt x="6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67" name="Google Shape;567;p61"/>
            <p:cNvSpPr/>
            <p:nvPr/>
          </p:nvSpPr>
          <p:spPr>
            <a:xfrm>
              <a:off x="1191575" y="2565250"/>
              <a:ext cx="158925" cy="153225"/>
            </a:xfrm>
            <a:custGeom>
              <a:rect b="b" l="l" r="r" t="t"/>
              <a:pathLst>
                <a:path extrusionOk="0" h="6129" w="6357">
                  <a:moveTo>
                    <a:pt x="4157" y="1"/>
                  </a:moveTo>
                  <a:cubicBezTo>
                    <a:pt x="3832" y="1"/>
                    <a:pt x="3506" y="125"/>
                    <a:pt x="3257" y="372"/>
                  </a:cubicBezTo>
                  <a:lnTo>
                    <a:pt x="1256" y="2373"/>
                  </a:lnTo>
                  <a:cubicBezTo>
                    <a:pt x="921" y="2708"/>
                    <a:pt x="800" y="3199"/>
                    <a:pt x="940" y="3652"/>
                  </a:cubicBezTo>
                  <a:lnTo>
                    <a:pt x="531" y="4003"/>
                  </a:lnTo>
                  <a:cubicBezTo>
                    <a:pt x="145" y="4326"/>
                    <a:pt x="0" y="4861"/>
                    <a:pt x="176" y="5336"/>
                  </a:cubicBezTo>
                  <a:cubicBezTo>
                    <a:pt x="351" y="5812"/>
                    <a:pt x="804" y="6128"/>
                    <a:pt x="1311" y="6128"/>
                  </a:cubicBezTo>
                  <a:lnTo>
                    <a:pt x="1361" y="6128"/>
                  </a:lnTo>
                  <a:cubicBezTo>
                    <a:pt x="1697" y="6112"/>
                    <a:pt x="2013" y="5960"/>
                    <a:pt x="2231" y="5703"/>
                  </a:cubicBezTo>
                  <a:lnTo>
                    <a:pt x="2578" y="5290"/>
                  </a:lnTo>
                  <a:cubicBezTo>
                    <a:pt x="2703" y="5330"/>
                    <a:pt x="2832" y="5349"/>
                    <a:pt x="2960" y="5349"/>
                  </a:cubicBezTo>
                  <a:cubicBezTo>
                    <a:pt x="3293" y="5349"/>
                    <a:pt x="3619" y="5217"/>
                    <a:pt x="3861" y="4978"/>
                  </a:cubicBezTo>
                  <a:lnTo>
                    <a:pt x="5858" y="2977"/>
                  </a:lnTo>
                  <a:cubicBezTo>
                    <a:pt x="6357" y="2478"/>
                    <a:pt x="6357" y="1671"/>
                    <a:pt x="5858" y="1176"/>
                  </a:cubicBezTo>
                  <a:lnTo>
                    <a:pt x="5058" y="372"/>
                  </a:lnTo>
                  <a:cubicBezTo>
                    <a:pt x="4809" y="125"/>
                    <a:pt x="4483" y="1"/>
                    <a:pt x="415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68" name="Google Shape;568;p61"/>
            <p:cNvSpPr/>
            <p:nvPr/>
          </p:nvSpPr>
          <p:spPr>
            <a:xfrm>
              <a:off x="1304950" y="2646875"/>
              <a:ext cx="83875" cy="175800"/>
            </a:xfrm>
            <a:custGeom>
              <a:rect b="b" l="l" r="r" t="t"/>
              <a:pathLst>
                <a:path extrusionOk="0" h="7032" w="3355">
                  <a:moveTo>
                    <a:pt x="2184" y="1"/>
                  </a:moveTo>
                  <a:cubicBezTo>
                    <a:pt x="2106" y="110"/>
                    <a:pt x="2025" y="215"/>
                    <a:pt x="1931" y="309"/>
                  </a:cubicBezTo>
                  <a:lnTo>
                    <a:pt x="184" y="2056"/>
                  </a:lnTo>
                  <a:cubicBezTo>
                    <a:pt x="695" y="2918"/>
                    <a:pt x="621" y="4002"/>
                    <a:pt x="1" y="4786"/>
                  </a:cubicBezTo>
                  <a:cubicBezTo>
                    <a:pt x="79" y="4832"/>
                    <a:pt x="157" y="4883"/>
                    <a:pt x="235" y="4934"/>
                  </a:cubicBezTo>
                  <a:cubicBezTo>
                    <a:pt x="862" y="5355"/>
                    <a:pt x="1346" y="5955"/>
                    <a:pt x="1627" y="6661"/>
                  </a:cubicBezTo>
                  <a:lnTo>
                    <a:pt x="1775" y="7032"/>
                  </a:lnTo>
                  <a:cubicBezTo>
                    <a:pt x="2785" y="6049"/>
                    <a:pt x="3350" y="4700"/>
                    <a:pt x="3350" y="3292"/>
                  </a:cubicBezTo>
                  <a:cubicBezTo>
                    <a:pt x="3354" y="2465"/>
                    <a:pt x="3155" y="1646"/>
                    <a:pt x="2777" y="909"/>
                  </a:cubicBezTo>
                  <a:cubicBezTo>
                    <a:pt x="2613" y="586"/>
                    <a:pt x="2411" y="282"/>
                    <a:pt x="21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69" name="Google Shape;569;p61"/>
            <p:cNvSpPr/>
            <p:nvPr/>
          </p:nvSpPr>
          <p:spPr>
            <a:xfrm>
              <a:off x="1105600" y="2746800"/>
              <a:ext cx="126450" cy="77925"/>
            </a:xfrm>
            <a:custGeom>
              <a:rect b="b" l="l" r="r" t="t"/>
              <a:pathLst>
                <a:path extrusionOk="0" h="3117" w="5058">
                  <a:moveTo>
                    <a:pt x="1275" y="1"/>
                  </a:moveTo>
                  <a:cubicBezTo>
                    <a:pt x="573" y="1"/>
                    <a:pt x="4" y="570"/>
                    <a:pt x="4" y="1276"/>
                  </a:cubicBezTo>
                  <a:lnTo>
                    <a:pt x="4" y="1841"/>
                  </a:lnTo>
                  <a:cubicBezTo>
                    <a:pt x="0" y="2543"/>
                    <a:pt x="573" y="3113"/>
                    <a:pt x="1275" y="3117"/>
                  </a:cubicBezTo>
                  <a:lnTo>
                    <a:pt x="2398" y="3117"/>
                  </a:lnTo>
                  <a:lnTo>
                    <a:pt x="2578" y="2664"/>
                  </a:lnTo>
                  <a:cubicBezTo>
                    <a:pt x="3014" y="1572"/>
                    <a:pt x="3927" y="750"/>
                    <a:pt x="5058" y="430"/>
                  </a:cubicBezTo>
                  <a:cubicBezTo>
                    <a:pt x="4816" y="157"/>
                    <a:pt x="4469" y="1"/>
                    <a:pt x="41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70" name="Google Shape;570;p61"/>
            <p:cNvSpPr/>
            <p:nvPr/>
          </p:nvSpPr>
          <p:spPr>
            <a:xfrm>
              <a:off x="1119225" y="2775175"/>
              <a:ext cx="275925" cy="137975"/>
            </a:xfrm>
            <a:custGeom>
              <a:rect b="b" l="l" r="r" t="t"/>
              <a:pathLst>
                <a:path extrusionOk="0" h="5519" w="11037">
                  <a:moveTo>
                    <a:pt x="6108" y="1697"/>
                  </a:moveTo>
                  <a:cubicBezTo>
                    <a:pt x="6342" y="1697"/>
                    <a:pt x="6533" y="1888"/>
                    <a:pt x="6533" y="2122"/>
                  </a:cubicBezTo>
                  <a:cubicBezTo>
                    <a:pt x="6533" y="2356"/>
                    <a:pt x="6342" y="2547"/>
                    <a:pt x="6108" y="2547"/>
                  </a:cubicBezTo>
                  <a:lnTo>
                    <a:pt x="4977" y="2547"/>
                  </a:lnTo>
                  <a:cubicBezTo>
                    <a:pt x="4743" y="2547"/>
                    <a:pt x="4552" y="2356"/>
                    <a:pt x="4552" y="2122"/>
                  </a:cubicBezTo>
                  <a:cubicBezTo>
                    <a:pt x="4552" y="1888"/>
                    <a:pt x="4743" y="1697"/>
                    <a:pt x="4977" y="1697"/>
                  </a:cubicBezTo>
                  <a:close/>
                  <a:moveTo>
                    <a:pt x="5542" y="1"/>
                  </a:moveTo>
                  <a:cubicBezTo>
                    <a:pt x="4345" y="1"/>
                    <a:pt x="3265" y="730"/>
                    <a:pt x="2820" y="1841"/>
                  </a:cubicBezTo>
                  <a:lnTo>
                    <a:pt x="2427" y="2828"/>
                  </a:lnTo>
                  <a:lnTo>
                    <a:pt x="1370" y="2828"/>
                  </a:lnTo>
                  <a:cubicBezTo>
                    <a:pt x="1363" y="2828"/>
                    <a:pt x="1355" y="2828"/>
                    <a:pt x="1348" y="2828"/>
                  </a:cubicBezTo>
                  <a:cubicBezTo>
                    <a:pt x="605" y="2828"/>
                    <a:pt x="1" y="3428"/>
                    <a:pt x="1" y="4173"/>
                  </a:cubicBezTo>
                  <a:cubicBezTo>
                    <a:pt x="1" y="4919"/>
                    <a:pt x="605" y="5519"/>
                    <a:pt x="1348" y="5519"/>
                  </a:cubicBezTo>
                  <a:cubicBezTo>
                    <a:pt x="1355" y="5519"/>
                    <a:pt x="1363" y="5519"/>
                    <a:pt x="1370" y="5518"/>
                  </a:cubicBezTo>
                  <a:lnTo>
                    <a:pt x="9719" y="5518"/>
                  </a:lnTo>
                  <a:cubicBezTo>
                    <a:pt x="10448" y="5503"/>
                    <a:pt x="11037" y="4906"/>
                    <a:pt x="11037" y="4173"/>
                  </a:cubicBezTo>
                  <a:cubicBezTo>
                    <a:pt x="11037" y="3440"/>
                    <a:pt x="10448" y="2843"/>
                    <a:pt x="9719" y="2828"/>
                  </a:cubicBezTo>
                  <a:lnTo>
                    <a:pt x="8662" y="2828"/>
                  </a:lnTo>
                  <a:lnTo>
                    <a:pt x="8264" y="1841"/>
                  </a:lnTo>
                  <a:cubicBezTo>
                    <a:pt x="7820" y="730"/>
                    <a:pt x="6743" y="1"/>
                    <a:pt x="55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sp>
        <p:nvSpPr>
          <p:cNvPr id="571" name="Google Shape;571;p61"/>
          <p:cNvSpPr/>
          <p:nvPr/>
        </p:nvSpPr>
        <p:spPr>
          <a:xfrm>
            <a:off x="369526" y="692275"/>
            <a:ext cx="1085100" cy="1047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61"/>
          <p:cNvSpPr/>
          <p:nvPr/>
        </p:nvSpPr>
        <p:spPr>
          <a:xfrm>
            <a:off x="504037" y="822103"/>
            <a:ext cx="816000" cy="787500"/>
          </a:xfrm>
          <a:prstGeom prst="ellipse">
            <a:avLst/>
          </a:prstGeom>
          <a:solidFill>
            <a:schemeClr val="accent1"/>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3" name="Google Shape;573;p61"/>
          <p:cNvGrpSpPr/>
          <p:nvPr/>
        </p:nvGrpSpPr>
        <p:grpSpPr>
          <a:xfrm>
            <a:off x="745480" y="1054727"/>
            <a:ext cx="333024" cy="322302"/>
            <a:chOff x="1679325" y="831100"/>
            <a:chExt cx="370975" cy="367925"/>
          </a:xfrm>
        </p:grpSpPr>
        <p:sp>
          <p:nvSpPr>
            <p:cNvPr id="574" name="Google Shape;574;p61"/>
            <p:cNvSpPr/>
            <p:nvPr/>
          </p:nvSpPr>
          <p:spPr>
            <a:xfrm>
              <a:off x="1679325" y="1050875"/>
              <a:ext cx="151225" cy="148150"/>
            </a:xfrm>
            <a:custGeom>
              <a:rect b="b" l="l" r="r" t="t"/>
              <a:pathLst>
                <a:path extrusionOk="0" h="5926" w="6049">
                  <a:moveTo>
                    <a:pt x="5448" y="1"/>
                  </a:moveTo>
                  <a:lnTo>
                    <a:pt x="4691" y="757"/>
                  </a:lnTo>
                  <a:lnTo>
                    <a:pt x="4621" y="683"/>
                  </a:lnTo>
                  <a:cubicBezTo>
                    <a:pt x="4372" y="434"/>
                    <a:pt x="4045" y="309"/>
                    <a:pt x="3718" y="309"/>
                  </a:cubicBezTo>
                  <a:cubicBezTo>
                    <a:pt x="3392" y="309"/>
                    <a:pt x="3065" y="434"/>
                    <a:pt x="2816" y="683"/>
                  </a:cubicBezTo>
                  <a:lnTo>
                    <a:pt x="495" y="3007"/>
                  </a:lnTo>
                  <a:cubicBezTo>
                    <a:pt x="0" y="3506"/>
                    <a:pt x="0" y="4310"/>
                    <a:pt x="495" y="4809"/>
                  </a:cubicBezTo>
                  <a:lnTo>
                    <a:pt x="1240" y="5554"/>
                  </a:lnTo>
                  <a:cubicBezTo>
                    <a:pt x="1490" y="5801"/>
                    <a:pt x="1815" y="5925"/>
                    <a:pt x="2141" y="5925"/>
                  </a:cubicBezTo>
                  <a:cubicBezTo>
                    <a:pt x="2467" y="5925"/>
                    <a:pt x="2792" y="5801"/>
                    <a:pt x="3042" y="5554"/>
                  </a:cubicBezTo>
                  <a:lnTo>
                    <a:pt x="5366" y="3230"/>
                  </a:lnTo>
                  <a:cubicBezTo>
                    <a:pt x="5861" y="2730"/>
                    <a:pt x="5861" y="1923"/>
                    <a:pt x="5366" y="1428"/>
                  </a:cubicBezTo>
                  <a:lnTo>
                    <a:pt x="5292" y="1354"/>
                  </a:lnTo>
                  <a:lnTo>
                    <a:pt x="6048" y="601"/>
                  </a:lnTo>
                  <a:cubicBezTo>
                    <a:pt x="5939" y="508"/>
                    <a:pt x="5838" y="414"/>
                    <a:pt x="5736" y="313"/>
                  </a:cubicBezTo>
                  <a:cubicBezTo>
                    <a:pt x="5635" y="211"/>
                    <a:pt x="5541" y="106"/>
                    <a:pt x="5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75" name="Google Shape;575;p61"/>
            <p:cNvSpPr/>
            <p:nvPr/>
          </p:nvSpPr>
          <p:spPr>
            <a:xfrm>
              <a:off x="1788025" y="831100"/>
              <a:ext cx="262275" cy="249025"/>
            </a:xfrm>
            <a:custGeom>
              <a:rect b="b" l="l" r="r" t="t"/>
              <a:pathLst>
                <a:path extrusionOk="0" h="9961" w="10491">
                  <a:moveTo>
                    <a:pt x="5227" y="2575"/>
                  </a:moveTo>
                  <a:cubicBezTo>
                    <a:pt x="5336" y="2575"/>
                    <a:pt x="5444" y="2617"/>
                    <a:pt x="5526" y="2701"/>
                  </a:cubicBezTo>
                  <a:lnTo>
                    <a:pt x="6095" y="3270"/>
                  </a:lnTo>
                  <a:cubicBezTo>
                    <a:pt x="6259" y="3434"/>
                    <a:pt x="6259" y="3703"/>
                    <a:pt x="6095" y="3866"/>
                  </a:cubicBezTo>
                  <a:lnTo>
                    <a:pt x="6095" y="3870"/>
                  </a:lnTo>
                  <a:cubicBezTo>
                    <a:pt x="6011" y="3952"/>
                    <a:pt x="5902" y="3993"/>
                    <a:pt x="5793" y="3993"/>
                  </a:cubicBezTo>
                  <a:cubicBezTo>
                    <a:pt x="5685" y="3993"/>
                    <a:pt x="5577" y="3952"/>
                    <a:pt x="5495" y="3870"/>
                  </a:cubicBezTo>
                  <a:lnTo>
                    <a:pt x="4925" y="3301"/>
                  </a:lnTo>
                  <a:cubicBezTo>
                    <a:pt x="4762" y="3133"/>
                    <a:pt x="4762" y="2864"/>
                    <a:pt x="4925" y="2701"/>
                  </a:cubicBezTo>
                  <a:cubicBezTo>
                    <a:pt x="5009" y="2617"/>
                    <a:pt x="5118" y="2575"/>
                    <a:pt x="5227" y="2575"/>
                  </a:cubicBezTo>
                  <a:close/>
                  <a:moveTo>
                    <a:pt x="4096" y="4274"/>
                  </a:moveTo>
                  <a:cubicBezTo>
                    <a:pt x="4205" y="4274"/>
                    <a:pt x="4313" y="4315"/>
                    <a:pt x="4395" y="4397"/>
                  </a:cubicBezTo>
                  <a:cubicBezTo>
                    <a:pt x="4559" y="4565"/>
                    <a:pt x="4559" y="4834"/>
                    <a:pt x="4395" y="4997"/>
                  </a:cubicBezTo>
                  <a:lnTo>
                    <a:pt x="3830" y="5567"/>
                  </a:lnTo>
                  <a:cubicBezTo>
                    <a:pt x="3747" y="5653"/>
                    <a:pt x="3636" y="5696"/>
                    <a:pt x="3525" y="5696"/>
                  </a:cubicBezTo>
                  <a:cubicBezTo>
                    <a:pt x="3415" y="5696"/>
                    <a:pt x="3305" y="5654"/>
                    <a:pt x="3221" y="5571"/>
                  </a:cubicBezTo>
                  <a:cubicBezTo>
                    <a:pt x="3054" y="5403"/>
                    <a:pt x="3057" y="5130"/>
                    <a:pt x="3229" y="4966"/>
                  </a:cubicBezTo>
                  <a:lnTo>
                    <a:pt x="3794" y="4397"/>
                  </a:lnTo>
                  <a:cubicBezTo>
                    <a:pt x="3878" y="4315"/>
                    <a:pt x="3987" y="4274"/>
                    <a:pt x="4096" y="4274"/>
                  </a:cubicBezTo>
                  <a:close/>
                  <a:moveTo>
                    <a:pt x="7498" y="4270"/>
                  </a:moveTo>
                  <a:cubicBezTo>
                    <a:pt x="7606" y="4270"/>
                    <a:pt x="7715" y="4311"/>
                    <a:pt x="7799" y="4393"/>
                  </a:cubicBezTo>
                  <a:cubicBezTo>
                    <a:pt x="7967" y="4561"/>
                    <a:pt x="7963" y="4837"/>
                    <a:pt x="7792" y="5001"/>
                  </a:cubicBezTo>
                  <a:lnTo>
                    <a:pt x="7226" y="5567"/>
                  </a:lnTo>
                  <a:cubicBezTo>
                    <a:pt x="7143" y="5654"/>
                    <a:pt x="7030" y="5698"/>
                    <a:pt x="6918" y="5698"/>
                  </a:cubicBezTo>
                  <a:cubicBezTo>
                    <a:pt x="6809" y="5698"/>
                    <a:pt x="6700" y="5657"/>
                    <a:pt x="6618" y="5575"/>
                  </a:cubicBezTo>
                  <a:cubicBezTo>
                    <a:pt x="6450" y="5407"/>
                    <a:pt x="6454" y="5130"/>
                    <a:pt x="6626" y="4966"/>
                  </a:cubicBezTo>
                  <a:lnTo>
                    <a:pt x="7191" y="4401"/>
                  </a:lnTo>
                  <a:cubicBezTo>
                    <a:pt x="7274" y="4313"/>
                    <a:pt x="7386" y="4270"/>
                    <a:pt x="7498" y="4270"/>
                  </a:cubicBezTo>
                  <a:close/>
                  <a:moveTo>
                    <a:pt x="5226" y="5971"/>
                  </a:moveTo>
                  <a:cubicBezTo>
                    <a:pt x="5335" y="5971"/>
                    <a:pt x="5444" y="6013"/>
                    <a:pt x="5526" y="6097"/>
                  </a:cubicBezTo>
                  <a:lnTo>
                    <a:pt x="6095" y="6662"/>
                  </a:lnTo>
                  <a:cubicBezTo>
                    <a:pt x="6263" y="6826"/>
                    <a:pt x="6263" y="7099"/>
                    <a:pt x="6095" y="7267"/>
                  </a:cubicBezTo>
                  <a:cubicBezTo>
                    <a:pt x="6011" y="7349"/>
                    <a:pt x="5902" y="7390"/>
                    <a:pt x="5793" y="7390"/>
                  </a:cubicBezTo>
                  <a:cubicBezTo>
                    <a:pt x="5685" y="7390"/>
                    <a:pt x="5577" y="7349"/>
                    <a:pt x="5495" y="7267"/>
                  </a:cubicBezTo>
                  <a:lnTo>
                    <a:pt x="4925" y="6698"/>
                  </a:lnTo>
                  <a:cubicBezTo>
                    <a:pt x="4762" y="6534"/>
                    <a:pt x="4758" y="6265"/>
                    <a:pt x="4925" y="6097"/>
                  </a:cubicBezTo>
                  <a:cubicBezTo>
                    <a:pt x="5007" y="6013"/>
                    <a:pt x="5116" y="5971"/>
                    <a:pt x="5226" y="5971"/>
                  </a:cubicBezTo>
                  <a:close/>
                  <a:moveTo>
                    <a:pt x="5508" y="0"/>
                  </a:moveTo>
                  <a:cubicBezTo>
                    <a:pt x="4550" y="0"/>
                    <a:pt x="3588" y="276"/>
                    <a:pt x="2745" y="840"/>
                  </a:cubicBezTo>
                  <a:cubicBezTo>
                    <a:pt x="768" y="2158"/>
                    <a:pt x="0" y="4689"/>
                    <a:pt x="909" y="6885"/>
                  </a:cubicBezTo>
                  <a:cubicBezTo>
                    <a:pt x="1690" y="8770"/>
                    <a:pt x="3526" y="9960"/>
                    <a:pt x="5506" y="9960"/>
                  </a:cubicBezTo>
                  <a:cubicBezTo>
                    <a:pt x="5827" y="9960"/>
                    <a:pt x="6152" y="9929"/>
                    <a:pt x="6477" y="9864"/>
                  </a:cubicBezTo>
                  <a:cubicBezTo>
                    <a:pt x="8809" y="9400"/>
                    <a:pt x="10486" y="7357"/>
                    <a:pt x="10490" y="4982"/>
                  </a:cubicBezTo>
                  <a:cubicBezTo>
                    <a:pt x="10486" y="3660"/>
                    <a:pt x="9964" y="2396"/>
                    <a:pt x="9032" y="1460"/>
                  </a:cubicBezTo>
                  <a:cubicBezTo>
                    <a:pt x="8068" y="497"/>
                    <a:pt x="6793" y="0"/>
                    <a:pt x="550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sp>
        <p:nvSpPr>
          <p:cNvPr id="576" name="Google Shape;576;p61"/>
          <p:cNvSpPr txBox="1"/>
          <p:nvPr>
            <p:ph idx="4294967295" type="ctrTitle"/>
          </p:nvPr>
        </p:nvSpPr>
        <p:spPr>
          <a:xfrm>
            <a:off x="4828700" y="978300"/>
            <a:ext cx="2928900" cy="58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88AFA6"/>
                </a:solidFill>
              </a:rPr>
              <a:t>Part B: Final Presentation</a:t>
            </a:r>
            <a:endParaRPr>
              <a:solidFill>
                <a:srgbClr val="88AFA6"/>
              </a:solidFill>
            </a:endParaRPr>
          </a:p>
        </p:txBody>
      </p:sp>
      <p:sp>
        <p:nvSpPr>
          <p:cNvPr id="577" name="Google Shape;577;p61"/>
          <p:cNvSpPr txBox="1"/>
          <p:nvPr>
            <p:ph idx="4294967295" type="ctrTitle"/>
          </p:nvPr>
        </p:nvSpPr>
        <p:spPr>
          <a:xfrm>
            <a:off x="1390587" y="985800"/>
            <a:ext cx="2928900" cy="58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Part A: Literature Review Article</a:t>
            </a:r>
            <a:endParaRPr>
              <a:solidFill>
                <a:schemeClr val="accent1"/>
              </a:solidFill>
            </a:endParaRPr>
          </a:p>
        </p:txBody>
      </p:sp>
      <p:sp>
        <p:nvSpPr>
          <p:cNvPr id="578" name="Google Shape;578;p61"/>
          <p:cNvSpPr txBox="1"/>
          <p:nvPr>
            <p:ph idx="4294967295" type="subTitle"/>
          </p:nvPr>
        </p:nvSpPr>
        <p:spPr>
          <a:xfrm>
            <a:off x="4661225" y="1507375"/>
            <a:ext cx="3443700" cy="28806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sz="1400"/>
              <a:t>Groups divide into two subgroups to present each paper </a:t>
            </a:r>
            <a:endParaRPr sz="1400"/>
          </a:p>
          <a:p>
            <a:pPr indent="-317500" lvl="0" marL="457200" rtl="0" algn="l">
              <a:lnSpc>
                <a:spcPct val="100000"/>
              </a:lnSpc>
              <a:spcBef>
                <a:spcPts val="300"/>
              </a:spcBef>
              <a:spcAft>
                <a:spcPts val="0"/>
              </a:spcAft>
              <a:buSzPts val="1400"/>
              <a:buChar char="●"/>
            </a:pPr>
            <a:r>
              <a:rPr lang="en" sz="1400"/>
              <a:t>Purpose: Demonstrate your learning to an audience</a:t>
            </a:r>
            <a:endParaRPr sz="1400"/>
          </a:p>
          <a:p>
            <a:pPr indent="-317500" lvl="0" marL="457200" rtl="0" algn="l">
              <a:lnSpc>
                <a:spcPct val="100000"/>
              </a:lnSpc>
              <a:spcBef>
                <a:spcPts val="300"/>
              </a:spcBef>
              <a:spcAft>
                <a:spcPts val="0"/>
              </a:spcAft>
              <a:buSzPts val="1400"/>
              <a:buChar char="●"/>
            </a:pPr>
            <a:r>
              <a:rPr lang="en" sz="1400"/>
              <a:t>In-person: </a:t>
            </a:r>
            <a:r>
              <a:rPr lang="en" sz="1400"/>
              <a:t>Saturday July 26th 1-3 pm at the Newark Library Community Meeting Room</a:t>
            </a:r>
            <a:endParaRPr sz="1400"/>
          </a:p>
          <a:p>
            <a:pPr indent="-317500" lvl="0" marL="457200" rtl="0" algn="l">
              <a:lnSpc>
                <a:spcPct val="100000"/>
              </a:lnSpc>
              <a:spcBef>
                <a:spcPts val="300"/>
              </a:spcBef>
              <a:spcAft>
                <a:spcPts val="0"/>
              </a:spcAft>
              <a:buSzPts val="1400"/>
              <a:buChar char="●"/>
            </a:pPr>
            <a:r>
              <a:rPr lang="en" sz="1400"/>
              <a:t>Parents, family, friends are welcome to attend</a:t>
            </a:r>
            <a:endParaRPr sz="1400"/>
          </a:p>
          <a:p>
            <a:pPr indent="-317500" lvl="0" marL="457200" rtl="0" algn="l">
              <a:lnSpc>
                <a:spcPct val="100000"/>
              </a:lnSpc>
              <a:spcBef>
                <a:spcPts val="300"/>
              </a:spcBef>
              <a:spcAft>
                <a:spcPts val="300"/>
              </a:spcAft>
              <a:buSzPts val="1400"/>
              <a:buChar char="●"/>
            </a:pPr>
            <a:r>
              <a:rPr lang="en" sz="1400"/>
              <a:t>Guest speakers: science fair judge, research advisor</a:t>
            </a:r>
            <a:endParaRPr sz="1400"/>
          </a:p>
        </p:txBody>
      </p:sp>
      <p:sp>
        <p:nvSpPr>
          <p:cNvPr id="579" name="Google Shape;579;p61"/>
          <p:cNvSpPr txBox="1"/>
          <p:nvPr>
            <p:ph idx="4294967295" type="subTitle"/>
          </p:nvPr>
        </p:nvSpPr>
        <p:spPr>
          <a:xfrm>
            <a:off x="694025" y="1548800"/>
            <a:ext cx="3628800" cy="2880600"/>
          </a:xfrm>
          <a:prstGeom prst="rect">
            <a:avLst/>
          </a:prstGeom>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SzPts val="1400"/>
              <a:buChar char="●"/>
            </a:pPr>
            <a:r>
              <a:rPr lang="en" sz="1400"/>
              <a:t>Write a literature review article with your group &amp; mentor throughout the month providing a comprehensive synthesis of one of your group’s papers</a:t>
            </a:r>
            <a:endParaRPr sz="1400"/>
          </a:p>
          <a:p>
            <a:pPr indent="-317500" lvl="0" marL="457200" marR="0" rtl="0" algn="l">
              <a:lnSpc>
                <a:spcPct val="100000"/>
              </a:lnSpc>
              <a:spcBef>
                <a:spcPts val="300"/>
              </a:spcBef>
              <a:spcAft>
                <a:spcPts val="0"/>
              </a:spcAft>
              <a:buSzPts val="1400"/>
              <a:buChar char="●"/>
            </a:pPr>
            <a:r>
              <a:rPr lang="en" sz="1400"/>
              <a:t>Purpose: to give you an idea of how to write about complex scientific topics in research</a:t>
            </a:r>
            <a:endParaRPr sz="1400"/>
          </a:p>
          <a:p>
            <a:pPr indent="-317500" lvl="0" marL="457200" marR="0" rtl="0" algn="l">
              <a:lnSpc>
                <a:spcPct val="100000"/>
              </a:lnSpc>
              <a:spcBef>
                <a:spcPts val="300"/>
              </a:spcBef>
              <a:spcAft>
                <a:spcPts val="0"/>
              </a:spcAft>
              <a:buSzPts val="1400"/>
              <a:buChar char="●"/>
            </a:pPr>
            <a:r>
              <a:rPr lang="en" sz="1400"/>
              <a:t>Your article will be edited and reviewed by mentors, then compiled into a YSJC Journal, which will be distributed during our final presentation session and displayed for access on the website</a:t>
            </a:r>
            <a:endParaRPr sz="1400"/>
          </a:p>
          <a:p>
            <a:pPr indent="-317500" lvl="0" marL="457200" marR="0" rtl="0" algn="l">
              <a:lnSpc>
                <a:spcPct val="100000"/>
              </a:lnSpc>
              <a:spcBef>
                <a:spcPts val="300"/>
              </a:spcBef>
              <a:spcAft>
                <a:spcPts val="300"/>
              </a:spcAft>
              <a:buSzPts val="1400"/>
              <a:buChar char="●"/>
            </a:pPr>
            <a:r>
              <a:rPr lang="en" sz="1400"/>
              <a:t>All students(online, in-person, hybrid)</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3" name="Shape 583"/>
        <p:cNvGrpSpPr/>
        <p:nvPr/>
      </p:nvGrpSpPr>
      <p:grpSpPr>
        <a:xfrm>
          <a:off x="0" y="0"/>
          <a:ext cx="0" cy="0"/>
          <a:chOff x="0" y="0"/>
          <a:chExt cx="0" cy="0"/>
        </a:xfrm>
      </p:grpSpPr>
      <p:sp>
        <p:nvSpPr>
          <p:cNvPr id="584" name="Google Shape;584;p62"/>
          <p:cNvSpPr txBox="1"/>
          <p:nvPr>
            <p:ph idx="15" type="title"/>
          </p:nvPr>
        </p:nvSpPr>
        <p:spPr>
          <a:xfrm>
            <a:off x="2411925" y="986933"/>
            <a:ext cx="43020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1"/>
                </a:solidFill>
              </a:rPr>
              <a:t>AI Policy</a:t>
            </a:r>
            <a:endParaRPr sz="3600">
              <a:solidFill>
                <a:schemeClr val="accent1"/>
              </a:solidFill>
            </a:endParaRPr>
          </a:p>
        </p:txBody>
      </p:sp>
      <p:sp>
        <p:nvSpPr>
          <p:cNvPr id="585" name="Google Shape;585;p62"/>
          <p:cNvSpPr txBox="1"/>
          <p:nvPr>
            <p:ph idx="1" type="subTitle"/>
          </p:nvPr>
        </p:nvSpPr>
        <p:spPr>
          <a:xfrm flipH="1">
            <a:off x="1957825" y="1824575"/>
            <a:ext cx="5339400" cy="2168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600"/>
              <a:t>Welcome and encouraged to utilize AI as a tool to supplement learning</a:t>
            </a:r>
            <a:endParaRPr sz="1600"/>
          </a:p>
          <a:p>
            <a:pPr indent="-317500" lvl="0" marL="457200" rtl="0" algn="l">
              <a:spcBef>
                <a:spcPts val="1000"/>
              </a:spcBef>
              <a:spcAft>
                <a:spcPts val="0"/>
              </a:spcAft>
              <a:buSzPts val="1400"/>
              <a:buChar char="●"/>
            </a:pPr>
            <a:r>
              <a:rPr lang="en" sz="1600"/>
              <a:t>However, if it’s used for writing or replacement of genuine work, you will not be permitted to present or publish your work</a:t>
            </a:r>
            <a:endParaRPr sz="1600"/>
          </a:p>
          <a:p>
            <a:pPr indent="-317500" lvl="0" marL="457200" rtl="0" algn="l">
              <a:spcBef>
                <a:spcPts val="1000"/>
              </a:spcBef>
              <a:spcAft>
                <a:spcPts val="1000"/>
              </a:spcAft>
              <a:buSzPts val="1400"/>
              <a:buChar char="●"/>
            </a:pPr>
            <a:r>
              <a:rPr lang="en" sz="1600"/>
              <a:t>Integrity &gt; enforcement</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9" name="Shape 589"/>
        <p:cNvGrpSpPr/>
        <p:nvPr/>
      </p:nvGrpSpPr>
      <p:grpSpPr>
        <a:xfrm>
          <a:off x="0" y="0"/>
          <a:ext cx="0" cy="0"/>
          <a:chOff x="0" y="0"/>
          <a:chExt cx="0" cy="0"/>
        </a:xfrm>
      </p:grpSpPr>
      <p:sp>
        <p:nvSpPr>
          <p:cNvPr id="590" name="Google Shape;590;p63"/>
          <p:cNvSpPr txBox="1"/>
          <p:nvPr>
            <p:ph type="ctrTitle"/>
          </p:nvPr>
        </p:nvSpPr>
        <p:spPr>
          <a:xfrm flipH="1">
            <a:off x="4847200" y="1381280"/>
            <a:ext cx="3690300" cy="2152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Subject Group Introductions</a:t>
            </a:r>
            <a:endParaRPr/>
          </a:p>
        </p:txBody>
      </p:sp>
      <p:sp>
        <p:nvSpPr>
          <p:cNvPr id="591" name="Google Shape;591;p63"/>
          <p:cNvSpPr txBox="1"/>
          <p:nvPr>
            <p:ph idx="2" type="title"/>
          </p:nvPr>
        </p:nvSpPr>
        <p:spPr>
          <a:xfrm flipH="1">
            <a:off x="2133750" y="2079350"/>
            <a:ext cx="20001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592" name="Google Shape;592;p63"/>
          <p:cNvSpPr txBox="1"/>
          <p:nvPr>
            <p:ph idx="1" type="subTitle"/>
          </p:nvPr>
        </p:nvSpPr>
        <p:spPr>
          <a:xfrm flipH="1">
            <a:off x="5910050" y="3436919"/>
            <a:ext cx="2559900" cy="577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Which STEM subject do you want to pick?</a:t>
            </a:r>
            <a:endParaRPr/>
          </a:p>
        </p:txBody>
      </p:sp>
      <p:pic>
        <p:nvPicPr>
          <p:cNvPr id="593" name="Google Shape;593;p63" title="horizontal wordmark transparent.png"/>
          <p:cNvPicPr preferRelativeResize="0"/>
          <p:nvPr/>
        </p:nvPicPr>
        <p:blipFill>
          <a:blip r:embed="rId4">
            <a:alphaModFix/>
          </a:blip>
          <a:stretch>
            <a:fillRect/>
          </a:stretch>
        </p:blipFill>
        <p:spPr>
          <a:xfrm>
            <a:off x="91425" y="4601175"/>
            <a:ext cx="1636500" cy="451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7" name="Shape 597"/>
        <p:cNvGrpSpPr/>
        <p:nvPr/>
      </p:nvGrpSpPr>
      <p:grpSpPr>
        <a:xfrm>
          <a:off x="0" y="0"/>
          <a:ext cx="0" cy="0"/>
          <a:chOff x="0" y="0"/>
          <a:chExt cx="0" cy="0"/>
        </a:xfrm>
      </p:grpSpPr>
      <p:sp>
        <p:nvSpPr>
          <p:cNvPr id="598" name="Google Shape;598;p64"/>
          <p:cNvSpPr txBox="1"/>
          <p:nvPr>
            <p:ph idx="18" type="title"/>
          </p:nvPr>
        </p:nvSpPr>
        <p:spPr>
          <a:xfrm>
            <a:off x="1606800" y="292700"/>
            <a:ext cx="59304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Onboarding materials checklist</a:t>
            </a:r>
            <a:endParaRPr sz="4500"/>
          </a:p>
        </p:txBody>
      </p:sp>
      <p:pic>
        <p:nvPicPr>
          <p:cNvPr id="599" name="Google Shape;599;p64" title="horizontal wordmark transparent.png"/>
          <p:cNvPicPr preferRelativeResize="0"/>
          <p:nvPr/>
        </p:nvPicPr>
        <p:blipFill>
          <a:blip r:embed="rId4">
            <a:alphaModFix/>
          </a:blip>
          <a:stretch>
            <a:fillRect/>
          </a:stretch>
        </p:blipFill>
        <p:spPr>
          <a:xfrm>
            <a:off x="91425" y="4601175"/>
            <a:ext cx="1636500" cy="451475"/>
          </a:xfrm>
          <a:prstGeom prst="rect">
            <a:avLst/>
          </a:prstGeom>
          <a:noFill/>
          <a:ln>
            <a:noFill/>
          </a:ln>
        </p:spPr>
      </p:pic>
      <p:sp>
        <p:nvSpPr>
          <p:cNvPr id="600" name="Google Shape;600;p64"/>
          <p:cNvSpPr txBox="1"/>
          <p:nvPr>
            <p:ph type="ctrTitle"/>
          </p:nvPr>
        </p:nvSpPr>
        <p:spPr>
          <a:xfrm flipH="1">
            <a:off x="1164743" y="1751163"/>
            <a:ext cx="2527200" cy="41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700"/>
              <a:t>Forms to fill</a:t>
            </a:r>
            <a:endParaRPr sz="2700"/>
          </a:p>
        </p:txBody>
      </p:sp>
      <p:sp>
        <p:nvSpPr>
          <p:cNvPr id="601" name="Google Shape;601;p64"/>
          <p:cNvSpPr txBox="1"/>
          <p:nvPr>
            <p:ph idx="4294967295" type="subTitle"/>
          </p:nvPr>
        </p:nvSpPr>
        <p:spPr>
          <a:xfrm flipH="1">
            <a:off x="984650" y="2206277"/>
            <a:ext cx="3394500" cy="2549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Group Sign-up Form(due 6/20)</a:t>
            </a:r>
            <a:endParaRPr sz="1600"/>
          </a:p>
          <a:p>
            <a:pPr indent="-330200" lvl="0" marL="457200" rtl="0" algn="l">
              <a:spcBef>
                <a:spcPts val="0"/>
              </a:spcBef>
              <a:spcAft>
                <a:spcPts val="0"/>
              </a:spcAft>
              <a:buSzPts val="1600"/>
              <a:buChar char="❏"/>
            </a:pPr>
            <a:r>
              <a:rPr lang="en" sz="1600"/>
              <a:t>Liability Waiver &amp; Class Rules agreement</a:t>
            </a:r>
            <a:endParaRPr sz="1600"/>
          </a:p>
          <a:p>
            <a:pPr indent="-330200" lvl="0" marL="457200" rtl="0" algn="l">
              <a:spcBef>
                <a:spcPts val="0"/>
              </a:spcBef>
              <a:spcAft>
                <a:spcPts val="0"/>
              </a:spcAft>
              <a:buSzPts val="1600"/>
              <a:buChar char="❏"/>
            </a:pPr>
            <a:r>
              <a:rPr lang="en" sz="1600"/>
              <a:t>Pre-program survey</a:t>
            </a:r>
            <a:endParaRPr sz="1600"/>
          </a:p>
        </p:txBody>
      </p:sp>
      <p:sp>
        <p:nvSpPr>
          <p:cNvPr id="602" name="Google Shape;602;p64"/>
          <p:cNvSpPr txBox="1"/>
          <p:nvPr>
            <p:ph type="ctrTitle"/>
          </p:nvPr>
        </p:nvSpPr>
        <p:spPr>
          <a:xfrm flipH="1">
            <a:off x="4743188" y="1751163"/>
            <a:ext cx="3394500" cy="41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700"/>
              <a:t>Documents for Review</a:t>
            </a:r>
            <a:endParaRPr sz="2700"/>
          </a:p>
        </p:txBody>
      </p:sp>
      <p:sp>
        <p:nvSpPr>
          <p:cNvPr id="603" name="Google Shape;603;p64"/>
          <p:cNvSpPr txBox="1"/>
          <p:nvPr>
            <p:ph idx="4294967295" type="subTitle"/>
          </p:nvPr>
        </p:nvSpPr>
        <p:spPr>
          <a:xfrm flipH="1">
            <a:off x="4563000" y="2206277"/>
            <a:ext cx="3394500" cy="2549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Program Outline</a:t>
            </a:r>
            <a:endParaRPr sz="1600"/>
          </a:p>
          <a:p>
            <a:pPr indent="-330200" lvl="0" marL="457200" rtl="0" algn="l">
              <a:spcBef>
                <a:spcPts val="0"/>
              </a:spcBef>
              <a:spcAft>
                <a:spcPts val="0"/>
              </a:spcAft>
              <a:buSzPts val="1600"/>
              <a:buChar char="❏"/>
            </a:pPr>
            <a:r>
              <a:rPr lang="en" sz="1600"/>
              <a:t>Capstone Project Guidelines</a:t>
            </a:r>
            <a:endParaRPr sz="1600"/>
          </a:p>
          <a:p>
            <a:pPr indent="-330200" lvl="0" marL="457200" rtl="0" algn="l">
              <a:spcBef>
                <a:spcPts val="0"/>
              </a:spcBef>
              <a:spcAft>
                <a:spcPts val="0"/>
              </a:spcAft>
              <a:buSzPts val="1600"/>
              <a:buChar char="❏"/>
            </a:pPr>
            <a:r>
              <a:rPr lang="en" sz="1600"/>
              <a:t>Group syllabi</a:t>
            </a:r>
            <a:endParaRPr sz="1600"/>
          </a:p>
        </p:txBody>
      </p:sp>
      <p:sp>
        <p:nvSpPr>
          <p:cNvPr id="604" name="Google Shape;604;p64"/>
          <p:cNvSpPr txBox="1"/>
          <p:nvPr>
            <p:ph idx="4294967295" type="subTitle"/>
          </p:nvPr>
        </p:nvSpPr>
        <p:spPr>
          <a:xfrm flipH="1">
            <a:off x="2773825" y="1027966"/>
            <a:ext cx="3394500" cy="411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All materials are in the google drive</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8" name="Shape 608"/>
        <p:cNvGrpSpPr/>
        <p:nvPr/>
      </p:nvGrpSpPr>
      <p:grpSpPr>
        <a:xfrm>
          <a:off x="0" y="0"/>
          <a:ext cx="0" cy="0"/>
          <a:chOff x="0" y="0"/>
          <a:chExt cx="0" cy="0"/>
        </a:xfrm>
      </p:grpSpPr>
      <p:sp>
        <p:nvSpPr>
          <p:cNvPr id="609" name="Google Shape;609;p65"/>
          <p:cNvSpPr txBox="1"/>
          <p:nvPr>
            <p:ph idx="15" type="title"/>
          </p:nvPr>
        </p:nvSpPr>
        <p:spPr>
          <a:xfrm>
            <a:off x="2421000" y="468833"/>
            <a:ext cx="43020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accent1"/>
                </a:solidFill>
              </a:rPr>
              <a:t>Group placement</a:t>
            </a:r>
            <a:endParaRPr sz="3600">
              <a:solidFill>
                <a:schemeClr val="accent1"/>
              </a:solidFill>
            </a:endParaRPr>
          </a:p>
        </p:txBody>
      </p:sp>
      <p:sp>
        <p:nvSpPr>
          <p:cNvPr id="610" name="Google Shape;610;p65"/>
          <p:cNvSpPr txBox="1"/>
          <p:nvPr>
            <p:ph idx="1" type="subTitle"/>
          </p:nvPr>
        </p:nvSpPr>
        <p:spPr>
          <a:xfrm flipH="1">
            <a:off x="1902450" y="1306475"/>
            <a:ext cx="5577300" cy="3064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600"/>
              <a:t>Groups are assigned based on ranked interest &amp; open spots</a:t>
            </a:r>
            <a:endParaRPr sz="1600"/>
          </a:p>
          <a:p>
            <a:pPr indent="-317500" lvl="0" marL="457200" rtl="0" algn="l">
              <a:spcBef>
                <a:spcPts val="1000"/>
              </a:spcBef>
              <a:spcAft>
                <a:spcPts val="0"/>
              </a:spcAft>
              <a:buSzPts val="1400"/>
              <a:buChar char="●"/>
            </a:pPr>
            <a:r>
              <a:rPr lang="en" sz="1600"/>
              <a:t>First choice group is not guaranteed</a:t>
            </a:r>
            <a:endParaRPr sz="1600"/>
          </a:p>
          <a:p>
            <a:pPr indent="-317500" lvl="0" marL="457200" rtl="0" algn="l">
              <a:spcBef>
                <a:spcPts val="1000"/>
              </a:spcBef>
              <a:spcAft>
                <a:spcPts val="0"/>
              </a:spcAft>
              <a:buSzPts val="1400"/>
              <a:buChar char="●"/>
            </a:pPr>
            <a:r>
              <a:rPr lang="en" sz="1600"/>
              <a:t>If a group fills up quickly, sign ups will be first come first serve</a:t>
            </a:r>
            <a:endParaRPr sz="1600"/>
          </a:p>
          <a:p>
            <a:pPr indent="-330200" lvl="0" marL="457200" rtl="0" algn="l">
              <a:spcBef>
                <a:spcPts val="1000"/>
              </a:spcBef>
              <a:spcAft>
                <a:spcPts val="0"/>
              </a:spcAft>
              <a:buSzPts val="1600"/>
              <a:buChar char="●"/>
            </a:pPr>
            <a:r>
              <a:rPr lang="en" sz="1600"/>
              <a:t>In-person sign-ups are given priority</a:t>
            </a:r>
            <a:endParaRPr sz="1600"/>
          </a:p>
          <a:p>
            <a:pPr indent="-330200" lvl="0" marL="457200" rtl="0" algn="l">
              <a:spcBef>
                <a:spcPts val="1000"/>
              </a:spcBef>
              <a:spcAft>
                <a:spcPts val="0"/>
              </a:spcAft>
              <a:buSzPts val="1600"/>
              <a:buChar char="●"/>
            </a:pPr>
            <a:r>
              <a:rPr lang="en" sz="1600"/>
              <a:t>Sign up form opens after this meeting and will close on Friday, 6/20 11:59pm</a:t>
            </a:r>
            <a:endParaRPr sz="1600"/>
          </a:p>
          <a:p>
            <a:pPr indent="-330200" lvl="0" marL="457200" rtl="0" algn="l">
              <a:spcBef>
                <a:spcPts val="1000"/>
              </a:spcBef>
              <a:spcAft>
                <a:spcPts val="1000"/>
              </a:spcAft>
              <a:buSzPts val="1600"/>
              <a:buChar char="●"/>
            </a:pPr>
            <a:r>
              <a:rPr lang="en" sz="1600"/>
              <a:t>Group placements will be sent out on Monday, 6/23</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4" name="Shape 614"/>
        <p:cNvGrpSpPr/>
        <p:nvPr/>
      </p:nvGrpSpPr>
      <p:grpSpPr>
        <a:xfrm>
          <a:off x="0" y="0"/>
          <a:ext cx="0" cy="0"/>
          <a:chOff x="0" y="0"/>
          <a:chExt cx="0" cy="0"/>
        </a:xfrm>
      </p:grpSpPr>
      <p:sp>
        <p:nvSpPr>
          <p:cNvPr id="615" name="Google Shape;615;p66"/>
          <p:cNvSpPr txBox="1"/>
          <p:nvPr>
            <p:ph idx="1" type="subTitle"/>
          </p:nvPr>
        </p:nvSpPr>
        <p:spPr>
          <a:xfrm>
            <a:off x="709575" y="1867665"/>
            <a:ext cx="3375300" cy="143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Drive with all program materials: </a:t>
            </a:r>
            <a:r>
              <a:rPr b="1" lang="en" u="sng">
                <a:solidFill>
                  <a:schemeClr val="hlink"/>
                </a:solidFill>
                <a:latin typeface="Hind Vadodara"/>
                <a:ea typeface="Hind Vadodara"/>
                <a:cs typeface="Hind Vadodara"/>
                <a:sym typeface="Hind Vadodara"/>
                <a:hlinkClick r:id="rId4"/>
              </a:rPr>
              <a:t>tinyurl.com/ysjcdrive</a:t>
            </a:r>
            <a:r>
              <a:rPr b="1" lang="en">
                <a:latin typeface="Hind Vadodara"/>
                <a:ea typeface="Hind Vadodara"/>
                <a:cs typeface="Hind Vadodara"/>
                <a:sym typeface="Hind Vadodara"/>
              </a:rPr>
              <a:t> </a:t>
            </a:r>
            <a:endParaRPr b="1">
              <a:latin typeface="Hind Vadodara"/>
              <a:ea typeface="Hind Vadodara"/>
              <a:cs typeface="Hind Vadodara"/>
              <a:sym typeface="Hind Vadodara"/>
            </a:endParaRPr>
          </a:p>
        </p:txBody>
      </p:sp>
      <p:sp>
        <p:nvSpPr>
          <p:cNvPr id="616" name="Google Shape;616;p66"/>
          <p:cNvSpPr txBox="1"/>
          <p:nvPr>
            <p:ph type="title"/>
          </p:nvPr>
        </p:nvSpPr>
        <p:spPr>
          <a:xfrm>
            <a:off x="709575" y="263583"/>
            <a:ext cx="4045200" cy="1482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8600"/>
              <a:t>Q&amp;A</a:t>
            </a:r>
            <a:endParaRPr sz="8600"/>
          </a:p>
        </p:txBody>
      </p:sp>
      <p:pic>
        <p:nvPicPr>
          <p:cNvPr id="617" name="Google Shape;617;p66" title="Screenshot 2025-06-16 at 9.12.14 AM.png"/>
          <p:cNvPicPr preferRelativeResize="0"/>
          <p:nvPr/>
        </p:nvPicPr>
        <p:blipFill>
          <a:blip r:embed="rId5">
            <a:alphaModFix/>
          </a:blip>
          <a:stretch>
            <a:fillRect/>
          </a:stretch>
        </p:blipFill>
        <p:spPr>
          <a:xfrm>
            <a:off x="625025" y="3414001"/>
            <a:ext cx="2546501" cy="961350"/>
          </a:xfrm>
          <a:prstGeom prst="rect">
            <a:avLst/>
          </a:prstGeom>
          <a:noFill/>
          <a:ln>
            <a:noFill/>
          </a:ln>
        </p:spPr>
      </p:pic>
      <p:pic>
        <p:nvPicPr>
          <p:cNvPr id="618" name="Google Shape;618;p66" title="ysjcdrive-400.png"/>
          <p:cNvPicPr preferRelativeResize="0"/>
          <p:nvPr/>
        </p:nvPicPr>
        <p:blipFill>
          <a:blip r:embed="rId6">
            <a:alphaModFix/>
          </a:blip>
          <a:stretch>
            <a:fillRect/>
          </a:stretch>
        </p:blipFill>
        <p:spPr>
          <a:xfrm>
            <a:off x="790550" y="2583175"/>
            <a:ext cx="1636499" cy="1636499"/>
          </a:xfrm>
          <a:prstGeom prst="rect">
            <a:avLst/>
          </a:prstGeom>
          <a:noFill/>
          <a:ln>
            <a:noFill/>
          </a:ln>
        </p:spPr>
      </p:pic>
      <p:pic>
        <p:nvPicPr>
          <p:cNvPr id="619" name="Google Shape;619;p66" title="horizontal wordmark transparent.png"/>
          <p:cNvPicPr preferRelativeResize="0"/>
          <p:nvPr/>
        </p:nvPicPr>
        <p:blipFill>
          <a:blip r:embed="rId7">
            <a:alphaModFix/>
          </a:blip>
          <a:stretch>
            <a:fillRect/>
          </a:stretch>
        </p:blipFill>
        <p:spPr>
          <a:xfrm>
            <a:off x="91425" y="4601175"/>
            <a:ext cx="1636500" cy="451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3" name="Shape 623"/>
        <p:cNvGrpSpPr/>
        <p:nvPr/>
      </p:nvGrpSpPr>
      <p:grpSpPr>
        <a:xfrm>
          <a:off x="0" y="0"/>
          <a:ext cx="0" cy="0"/>
          <a:chOff x="0" y="0"/>
          <a:chExt cx="0" cy="0"/>
        </a:xfrm>
      </p:grpSpPr>
      <p:sp>
        <p:nvSpPr>
          <p:cNvPr id="624" name="Google Shape;624;p67"/>
          <p:cNvSpPr txBox="1"/>
          <p:nvPr>
            <p:ph type="title"/>
          </p:nvPr>
        </p:nvSpPr>
        <p:spPr>
          <a:xfrm>
            <a:off x="2208600" y="1760425"/>
            <a:ext cx="4726800" cy="131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a:t>
            </a:r>
            <a:endParaRPr/>
          </a:p>
        </p:txBody>
      </p:sp>
      <p:pic>
        <p:nvPicPr>
          <p:cNvPr id="625" name="Google Shape;625;p67" title="horizontal wordmark transparent.png"/>
          <p:cNvPicPr preferRelativeResize="0"/>
          <p:nvPr/>
        </p:nvPicPr>
        <p:blipFill>
          <a:blip r:embed="rId4">
            <a:alphaModFix/>
          </a:blip>
          <a:stretch>
            <a:fillRect/>
          </a:stretch>
        </p:blipFill>
        <p:spPr>
          <a:xfrm>
            <a:off x="91425" y="4601175"/>
            <a:ext cx="1636500" cy="451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cience Fair Newsletter by Slidesgo">
  <a:themeElements>
    <a:clrScheme name="Simple Light">
      <a:dk1>
        <a:srgbClr val="383536"/>
      </a:dk1>
      <a:lt1>
        <a:srgbClr val="FFFFFF"/>
      </a:lt1>
      <a:dk2>
        <a:srgbClr val="595959"/>
      </a:dk2>
      <a:lt2>
        <a:srgbClr val="E6F0EF"/>
      </a:lt2>
      <a:accent1>
        <a:srgbClr val="D49421"/>
      </a:accent1>
      <a:accent2>
        <a:srgbClr val="C3CCA2"/>
      </a:accent2>
      <a:accent3>
        <a:srgbClr val="88AFA6"/>
      </a:accent3>
      <a:accent4>
        <a:srgbClr val="627E8D"/>
      </a:accent4>
      <a:accent5>
        <a:srgbClr val="BDBCBD"/>
      </a:accent5>
      <a:accent6>
        <a:srgbClr val="6E4D11"/>
      </a:accent6>
      <a:hlink>
        <a:srgbClr val="3835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ience Fair Newsletter by Slidesgo">
  <a:themeElements>
    <a:clrScheme name="Simple Light">
      <a:dk1>
        <a:srgbClr val="383536"/>
      </a:dk1>
      <a:lt1>
        <a:srgbClr val="FFFFFF"/>
      </a:lt1>
      <a:dk2>
        <a:srgbClr val="595959"/>
      </a:dk2>
      <a:lt2>
        <a:srgbClr val="E6F0EF"/>
      </a:lt2>
      <a:accent1>
        <a:srgbClr val="D49421"/>
      </a:accent1>
      <a:accent2>
        <a:srgbClr val="C3CCA2"/>
      </a:accent2>
      <a:accent3>
        <a:srgbClr val="88AFA6"/>
      </a:accent3>
      <a:accent4>
        <a:srgbClr val="627E8D"/>
      </a:accent4>
      <a:accent5>
        <a:srgbClr val="BDBCBD"/>
      </a:accent5>
      <a:accent6>
        <a:srgbClr val="6E4D11"/>
      </a:accent6>
      <a:hlink>
        <a:srgbClr val="3835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